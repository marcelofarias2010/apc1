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7" r:id="rId26"/>
    <p:sldId id="278" r:id="rId27"/>
    <p:sldId id="279" r:id="rId28"/>
    <p:sldId id="280" r:id="rId29"/>
    <p:sldId id="276" r:id="rId25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144485035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7144485035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ae159e0f30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ae159e0f30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e159e0f30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ae159e0f30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ae159e0f30_0_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ae159e0f30_0_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ae159e0f30_0_3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ae159e0f30_0_3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e159e0f30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ae159e0f30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ae159e0f30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ae159e0f30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cda478b009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1cda478b009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1cda478b009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1cda478b009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cda478b009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1cda478b009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1cda478b009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1cda478b009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cda478b009_0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1cda478b009_0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1cda478b009_0_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1cda478b009_0_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idx="1" type="subTitle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3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3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2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200" u="none" cap="none" strike="noStrik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Estruturas e Enumerações em C</a:t>
            </a:r>
            <a:r>
              <a:rPr b="1" lang="pt-BR" sz="4400"/>
              <a:t/>
            </a:r>
            <a:r>
              <a:rPr b="1" i="0" lang="pt-BR" sz="4400" u="none" cap="none" strike="noStrike">
                <a:latin typeface="Arial"/>
                <a:ea typeface="Arial"/>
                <a:cs typeface="Arial"/>
                <a:sym typeface="Arial"/>
              </a:rPr>
              <a:t/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Objetivos da Aula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Compreender o conceito de estruturas e enumerações em C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Aprender a declarar, inicializar e acessar os campos de uma estrutura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Aprender a definir conjuntos nomeados de constantes inteiras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Estrutura (ou </a:t>
            </a:r>
            <a:r>
              <a:rPr b="0" i="1" lang="pt-BR" sz="4400" u="none" cap="none" strike="noStrike">
                <a:latin typeface="Arial"/>
                <a:ea typeface="Arial"/>
                <a:cs typeface="Arial"/>
                <a:sym typeface="Arial"/>
              </a:rPr>
              <a:t>Str</a:t>
            </a:r>
            <a:r>
              <a:rPr i="1" lang="pt-BR" sz="4400"/>
              <a:t>uct</a:t>
            </a:r>
            <a:r>
              <a:rPr lang="pt-BR" sz="4400"/>
              <a:t>)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Um agrupamento de valores de diversos tipos.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Cada valor é referenciado por um campo d</a:t>
            </a:r>
            <a:r>
              <a:rPr lang="pt-BR" sz="3200"/>
              <a:t>efinido dentro da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estrutura.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Em geral, todos os campos da estrutura estão relacionados logicamente.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Permite definir tipos de dados personalizados (ex.: contato, endereço, etc.).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Alocando uma </a:t>
            </a:r>
            <a:r>
              <a:rPr lang="pt-BR" sz="4400"/>
              <a:t>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strutura na </a:t>
            </a:r>
            <a:r>
              <a:rPr lang="pt-BR" sz="4400"/>
              <a:t>M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emória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624" y="1693012"/>
            <a:ext cx="8148299" cy="41736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Definindo uma </a:t>
            </a:r>
            <a:r>
              <a:rPr lang="pt-BR" sz="4400"/>
              <a:t>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strutura em C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struct 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&lt;identificador&gt;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{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tipo&gt; &lt;nome_da_variável&gt;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pt-BR" sz="2800"/>
              <a:t>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tipo&gt; &lt;nome_da_variável&gt;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tipo&gt; &lt;nome_da_variável&gt;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…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}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variáveis_estrutura&gt;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9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9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Obs.: ou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identificador&gt;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ou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variáveis_estrutura&gt;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800"/>
              <a:t>podem ser omitidos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struturas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144000" y="1584000"/>
            <a:ext cx="46182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// declaração completa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struct </a:t>
            </a:r>
            <a:r>
              <a:rPr lang="pt-BR" sz="2400"/>
              <a:t>contato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_t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char </a:t>
            </a:r>
            <a:r>
              <a:rPr lang="pt-BR" sz="2400"/>
              <a:t>nome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[31];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int </a:t>
            </a:r>
            <a:r>
              <a:rPr lang="pt-BR" sz="2400"/>
              <a:t>telefone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pt-BR" sz="2400"/>
              <a:t>contato;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rgbClr val="0000FF"/>
                </a:solidFill>
              </a:rPr>
              <a:t>// declaração sem identificador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struct {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char </a:t>
            </a:r>
            <a:r>
              <a:rPr lang="pt-BR" sz="2400"/>
              <a:t>nome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[3</a:t>
            </a:r>
            <a:r>
              <a:rPr lang="pt-BR" sz="2400"/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];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int </a:t>
            </a:r>
            <a:r>
              <a:rPr lang="pt-BR" sz="2400"/>
              <a:t>telefone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pt-BR" sz="2400"/>
              <a:t>contato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6</a:t>
            </a:r>
            <a:endParaRPr/>
          </a:p>
        </p:txBody>
      </p:sp>
      <p:sp>
        <p:nvSpPr>
          <p:cNvPr id="109" name="Google Shape;109;p19"/>
          <p:cNvSpPr txBox="1"/>
          <p:nvPr/>
        </p:nvSpPr>
        <p:spPr>
          <a:xfrm>
            <a:off x="5319950" y="1584000"/>
            <a:ext cx="43137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// declaração sem variável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struct </a:t>
            </a:r>
            <a:r>
              <a:rPr lang="pt-BR" sz="2400"/>
              <a:t>contato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_t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char </a:t>
            </a:r>
            <a:r>
              <a:rPr lang="pt-BR" sz="2400"/>
              <a:t>nome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[3</a:t>
            </a:r>
            <a:r>
              <a:rPr lang="pt-BR" sz="2400"/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];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int </a:t>
            </a:r>
            <a:r>
              <a:rPr lang="pt-BR" sz="2400"/>
              <a:t>telefone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// declaração só da variável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struct </a:t>
            </a:r>
            <a:r>
              <a:rPr lang="pt-BR" sz="2400"/>
              <a:t>contato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_t </a:t>
            </a:r>
            <a:r>
              <a:rPr lang="pt-BR" sz="2400"/>
              <a:t>contato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Acessando </a:t>
            </a:r>
            <a:r>
              <a:rPr lang="pt-BR" sz="4400"/>
              <a:t>C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ampos da </a:t>
            </a:r>
            <a:r>
              <a:rPr lang="pt-BR" sz="4400"/>
              <a:t>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strutura 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Operador </a:t>
            </a:r>
            <a:r>
              <a:rPr lang="pt-BR" sz="3200"/>
              <a:t>.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permite acessar um campo da estrutura.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Forma geral:</a:t>
            </a:r>
            <a:endParaRPr sz="3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3200"/>
              <a:t>&lt;</a:t>
            </a:r>
            <a:r>
              <a:rPr b="0" i="1" lang="pt-BR" sz="3200" strike="noStrike">
                <a:latin typeface="Arial"/>
                <a:ea typeface="Arial"/>
                <a:cs typeface="Arial"/>
                <a:sym typeface="Arial"/>
              </a:rPr>
              <a:t>variável_estrutura&gt;.&lt;nome</a:t>
            </a:r>
            <a:r>
              <a:rPr i="1" lang="pt-BR" sz="3200"/>
              <a:t>_da_</a:t>
            </a:r>
            <a:r>
              <a:rPr b="0" i="1" lang="pt-BR" sz="3200" strike="noStrike">
                <a:latin typeface="Arial"/>
                <a:ea typeface="Arial"/>
                <a:cs typeface="Arial"/>
                <a:sym typeface="Arial"/>
              </a:rPr>
              <a:t>variável&gt;</a:t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Permite manipular um campo individualmente.</a:t>
            </a:r>
            <a:endParaRPr i="1" sz="3200"/>
          </a:p>
        </p:txBody>
      </p:sp>
      <p:sp>
        <p:nvSpPr>
          <p:cNvPr id="116" name="Google Shape;116;p2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17" name="Google Shape;117;p2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A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cesso aos Campos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struct endereco_t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char logradouro[3</a:t>
            </a:r>
            <a:r>
              <a:rPr lang="pt-BR" sz="2400"/>
              <a:t>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];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int numero;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unsigned long int cep;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     char bairro[1</a:t>
            </a:r>
            <a:r>
              <a:rPr lang="pt-BR" sz="2400"/>
              <a:t>6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];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endereco;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strcpy(endereco.logradouro, "SGAS");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endereco.numero = 613;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endereco.cep = 70200730;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strcpy(endereco.bairro, "Asa sul");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Atribuição de 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struturas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Operador </a:t>
            </a:r>
            <a:r>
              <a:rPr lang="pt-BR" sz="3200"/>
              <a:t>=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permite que </a:t>
            </a:r>
            <a:r>
              <a:rPr lang="pt-BR" sz="3200"/>
              <a:t>os valores contidos em uma variável de estrutura sejam atribuídos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3200"/>
              <a:t>a outra.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Evita a necessidade de atribuir valores a cada campo separadamente.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Atribuição de Estruturas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struct contato_t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  char nome[31];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  unsigned long int telefone;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 contato1, contato2;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strcpy(</a:t>
            </a:r>
            <a:r>
              <a:rPr lang="pt-BR" sz="2400"/>
              <a:t>contato1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t-BR" sz="2400"/>
              <a:t>nome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"</a:t>
            </a:r>
            <a:r>
              <a:rPr lang="pt-BR" sz="2400"/>
              <a:t>JOSE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");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contato1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pt-BR" sz="2400"/>
              <a:t>telefone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= </a:t>
            </a:r>
            <a:r>
              <a:rPr lang="pt-BR" sz="2400"/>
              <a:t>33332222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contato2 = contato1;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printf("contato1: %s %lu\n", contato1.nome, contato1.telefone);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printf("contato2: %s %lu\n", contato2.nome, contato2.telefone);</a:t>
            </a:r>
            <a:endParaRPr sz="2400"/>
          </a:p>
        </p:txBody>
      </p:sp>
      <p:sp>
        <p:nvSpPr>
          <p:cNvPr id="140" name="Google Shape;140;p2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Estruturas Aninhadas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Uma estrutura referenciada dentro de outra estrutura</a:t>
            </a:r>
            <a:r>
              <a:rPr lang="pt-BR" sz="3200"/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Uso do operador . em sequência para acessar os campos em cada nível de aninhamento</a:t>
            </a:r>
            <a:r>
              <a:rPr lang="pt-BR" sz="3200">
                <a:solidFill>
                  <a:schemeClr val="dk1"/>
                </a:solidFill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49" name="Google Shape;149;p2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Estruturas Aninhadas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struct endereco_t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char logradouro[31];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int numero;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unsigned long int cep;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char bairro[16];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};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struct contato_completo_t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char nome[31];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unsigned long int telefone;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        struct endereco_t endereco;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} contato;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contato.endereco.numero = 613;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56" name="Google Shape;156;p2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Matrizes de Estruturas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Cada elemento da matriz armazena um conjunto de informações diferentes.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0040" lvl="0" marL="457200" rtl="0" algn="l">
              <a:spcBef>
                <a:spcPts val="1417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</a:rPr>
              <a:t>Tipicamente usado para armazenar listas de dados na memória</a:t>
            </a:r>
            <a:r>
              <a:rPr lang="pt-BR" sz="3200">
                <a:solidFill>
                  <a:schemeClr val="dk1"/>
                </a:solidFill>
              </a:rPr>
              <a:t>.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65" name="Google Shape;165;p2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Matriz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de Estruturas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#define MAX 10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struct endereco_t {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  char logradouro[31];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  int numero;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  unsigned long int cep;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        char bairro[16];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} endereco;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struct endereco_t enderecos[MAX];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for(int i=0; i &lt; MAX; i++)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    memset(&amp;enderecos[i], 0, sizeof(struct endereco_t));</a:t>
            </a:r>
            <a:endParaRPr sz="2400"/>
          </a:p>
        </p:txBody>
      </p:sp>
      <p:sp>
        <p:nvSpPr>
          <p:cNvPr id="172" name="Google Shape;172;p2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73" name="Google Shape;173;p2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Enumeração </a:t>
            </a:r>
            <a:r>
              <a:rPr lang="pt-BR" sz="4400"/>
              <a:t>(ou </a:t>
            </a:r>
            <a:r>
              <a:rPr i="1" lang="pt-BR" sz="4400"/>
              <a:t>Enum</a:t>
            </a:r>
            <a:r>
              <a:rPr lang="pt-BR" sz="4400"/>
              <a:t>)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Um conjunto de constantes inteiras que especifica os valores permitidos por uma variável.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Cada constante inteira é associada a um nome.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Valor d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a primeira constante </a:t>
            </a:r>
            <a:r>
              <a:rPr lang="pt-BR" sz="3200"/>
              <a:t>é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0,</a:t>
            </a:r>
            <a:r>
              <a:rPr lang="pt-BR" sz="3200"/>
              <a:t> sendo depois incrementado em 1 na próxima constante.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ode-se </a:t>
            </a:r>
            <a:r>
              <a:rPr lang="pt-BR" sz="3200"/>
              <a:t>atribuir um valor específico a qualquer uma das constantes.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De</a:t>
            </a:r>
            <a:r>
              <a:rPr lang="pt-BR" sz="4400"/>
              <a:t>finindo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uma </a:t>
            </a:r>
            <a:r>
              <a:rPr lang="pt-BR" sz="4400"/>
              <a:t>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numeração em C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enum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identificador&gt;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{</a:t>
            </a:r>
            <a:br>
              <a:rPr lang="pt-BR" sz="2800"/>
            </a:b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nome_da_constante&gt;=&lt;val</a:t>
            </a:r>
            <a:r>
              <a:rPr i="1" lang="pt-BR" sz="2800"/>
              <a:t>or&gt;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pt-BR" sz="2800"/>
            </a:b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nome_da_constante&gt;</a:t>
            </a:r>
            <a:r>
              <a:rPr i="1" lang="pt-BR" sz="2800">
                <a:solidFill>
                  <a:schemeClr val="dk1"/>
                </a:solidFill>
              </a:rPr>
              <a:t>=&lt;valor&gt;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pt-BR" sz="2800"/>
            </a:b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nome_da_constante&gt;</a:t>
            </a:r>
            <a:r>
              <a:rPr i="1" lang="pt-BR" sz="2800">
                <a:solidFill>
                  <a:schemeClr val="dk1"/>
                </a:solidFill>
              </a:rPr>
              <a:t>=&lt;valor&gt;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,</a:t>
            </a:r>
            <a:br>
              <a:rPr lang="pt-BR" sz="2800"/>
            </a:b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        …</a:t>
            </a:r>
            <a:br>
              <a:rPr lang="pt-BR" sz="2800"/>
            </a:b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pt-BR" sz="2800"/>
              <a:t>&lt;</a:t>
            </a:r>
            <a:r>
              <a:rPr b="0" i="1" lang="pt-BR" sz="2800" strike="noStrike">
                <a:latin typeface="Arial"/>
                <a:ea typeface="Arial"/>
                <a:cs typeface="Arial"/>
                <a:sym typeface="Arial"/>
              </a:rPr>
              <a:t>variáveis_enumeração&gt;</a:t>
            </a: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800" strike="noStrike">
                <a:latin typeface="Arial"/>
                <a:ea typeface="Arial"/>
                <a:cs typeface="Arial"/>
                <a:sym typeface="Arial"/>
              </a:rPr>
              <a:t>Obs.:</a:t>
            </a:r>
            <a:r>
              <a:rPr lang="pt-BR" sz="2800"/>
              <a:t> o</a:t>
            </a:r>
            <a:r>
              <a:rPr lang="pt-BR" sz="2800">
                <a:solidFill>
                  <a:schemeClr val="dk1"/>
                </a:solidFill>
              </a:rPr>
              <a:t>u &lt;</a:t>
            </a:r>
            <a:r>
              <a:rPr i="1" lang="pt-BR" sz="2800">
                <a:solidFill>
                  <a:schemeClr val="dk1"/>
                </a:solidFill>
              </a:rPr>
              <a:t>identificador&gt;</a:t>
            </a:r>
            <a:r>
              <a:rPr lang="pt-BR" sz="2800">
                <a:solidFill>
                  <a:schemeClr val="dk1"/>
                </a:solidFill>
              </a:rPr>
              <a:t> ou &lt;</a:t>
            </a:r>
            <a:r>
              <a:rPr i="1" lang="pt-BR" sz="2800">
                <a:solidFill>
                  <a:schemeClr val="dk1"/>
                </a:solidFill>
              </a:rPr>
              <a:t>variáveis_enumeração&gt;</a:t>
            </a:r>
            <a:r>
              <a:rPr lang="pt-BR" sz="2800">
                <a:solidFill>
                  <a:schemeClr val="dk1"/>
                </a:solidFill>
              </a:rPr>
              <a:t> pode ser omitido. </a:t>
            </a:r>
            <a:r>
              <a:rPr lang="pt-BR" sz="2800">
                <a:solidFill>
                  <a:schemeClr val="dk1"/>
                </a:solidFill>
              </a:rPr>
              <a:t>Não é permitido declarar a mesma constante em outra enumeração</a:t>
            </a:r>
            <a:r>
              <a:rPr lang="pt-BR" sz="2800">
                <a:solidFill>
                  <a:schemeClr val="dk1"/>
                </a:solidFill>
              </a:rPr>
              <a:t>.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89" name="Google Shape;189;p2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E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numeraç</a:t>
            </a:r>
            <a:r>
              <a:rPr lang="pt-BR" sz="4400"/>
              <a:t>ões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/* declaração completa com valor iniciando em 0 */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enum </a:t>
            </a:r>
            <a:r>
              <a:rPr lang="pt-BR" sz="2400"/>
              <a:t>status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{</a:t>
            </a:r>
            <a:r>
              <a:rPr lang="pt-BR" sz="2400"/>
              <a:t>ATIVO</a:t>
            </a:r>
            <a:r>
              <a:rPr lang="pt-BR" sz="2400"/>
              <a:t>, </a:t>
            </a:r>
            <a:r>
              <a:rPr lang="pt-BR" sz="2400"/>
              <a:t>INATIVO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pt-BR" sz="2400"/>
              <a:t>situacao_aluno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/* declaração completa com valores */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enum status {</a:t>
            </a:r>
            <a:r>
              <a:rPr lang="pt-BR" sz="2400">
                <a:solidFill>
                  <a:schemeClr val="dk1"/>
                </a:solidFill>
              </a:rPr>
              <a:t>ATIVO</a:t>
            </a:r>
            <a:r>
              <a:rPr lang="pt-BR" sz="2400">
                <a:solidFill>
                  <a:schemeClr val="dk1"/>
                </a:solidFill>
              </a:rPr>
              <a:t>=1, </a:t>
            </a:r>
            <a:r>
              <a:rPr lang="pt-BR" sz="2400">
                <a:solidFill>
                  <a:schemeClr val="dk1"/>
                </a:solidFill>
              </a:rPr>
              <a:t>INATIVO</a:t>
            </a:r>
            <a:r>
              <a:rPr lang="pt-BR" sz="2400">
                <a:solidFill>
                  <a:schemeClr val="dk1"/>
                </a:solidFill>
              </a:rPr>
              <a:t>=0} situacao_aluno;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/* declaração sem identificador */</a:t>
            </a:r>
            <a:endParaRPr sz="2400">
              <a:solidFill>
                <a:srgbClr val="0000FF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enum {</a:t>
            </a:r>
            <a:r>
              <a:rPr lang="pt-BR" sz="2400"/>
              <a:t>ATIVO</a:t>
            </a:r>
            <a:r>
              <a:rPr lang="pt-BR" sz="2400"/>
              <a:t>, </a:t>
            </a:r>
            <a:r>
              <a:rPr lang="pt-BR" sz="2400"/>
              <a:t>INATIVO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</a:t>
            </a:r>
            <a:r>
              <a:rPr lang="pt-BR" sz="2400"/>
              <a:t>situacao_aluno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;</a:t>
            </a:r>
            <a:endParaRPr sz="2400"/>
          </a:p>
          <a:p>
            <a:pPr indent="0" lvl="0" marL="18000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/* declaração sem variável */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enum status {</a:t>
            </a:r>
            <a:r>
              <a:rPr lang="pt-BR" sz="2400">
                <a:solidFill>
                  <a:schemeClr val="dk1"/>
                </a:solidFill>
              </a:rPr>
              <a:t>ATIVO</a:t>
            </a:r>
            <a:r>
              <a:rPr lang="pt-BR" sz="2400">
                <a:solidFill>
                  <a:schemeClr val="dk1"/>
                </a:solidFill>
              </a:rPr>
              <a:t>, </a:t>
            </a:r>
            <a:r>
              <a:rPr lang="pt-BR" sz="2400">
                <a:solidFill>
                  <a:schemeClr val="dk1"/>
                </a:solidFill>
              </a:rPr>
              <a:t>INATIVO</a:t>
            </a:r>
            <a:r>
              <a:rPr lang="pt-BR" sz="2400">
                <a:solidFill>
                  <a:schemeClr val="dk1"/>
                </a:solidFill>
              </a:rPr>
              <a:t>};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rgbClr val="0000FF"/>
                </a:solidFill>
              </a:rPr>
              <a:t>/* declaração só da variável */</a:t>
            </a:r>
            <a:endParaRPr sz="2400">
              <a:solidFill>
                <a:srgbClr val="0000FF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enum status situacao_aluno;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197" name="Google Shape;197;p3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/>
              <a:t> Como usar Enumerações?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Definir um conjunto finito de valores (ex.: dias da semana, meses, etc.)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Indexar elementos de uma matriz.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Validar entrada de dados.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18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U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so de Enumeraç</a:t>
            </a:r>
            <a:r>
              <a:rPr lang="pt-BR" sz="4400"/>
              <a:t>ões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3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char nomes[7][8] = {"domingo", "segunda", "terça", "quarta", "quinta", "sexta", "sabado"};</a:t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enum sexo {</a:t>
            </a:r>
            <a:r>
              <a:rPr lang="pt-BR" sz="2400"/>
              <a:t>MASCULINO</a:t>
            </a:r>
            <a:r>
              <a:rPr lang="pt-BR" sz="2400"/>
              <a:t> = 1, </a:t>
            </a:r>
            <a:r>
              <a:rPr lang="pt-BR" sz="2400"/>
              <a:t>FEMININO</a:t>
            </a:r>
            <a:r>
              <a:rPr lang="pt-BR" sz="2400"/>
              <a:t> = 2};</a:t>
            </a:r>
            <a:endParaRPr sz="2400"/>
          </a:p>
          <a:p>
            <a:pPr indent="0" lvl="0" marL="1800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enum dias_</a:t>
            </a:r>
            <a:r>
              <a:rPr lang="pt-BR" sz="2400"/>
              <a:t>da_semana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{</a:t>
            </a:r>
            <a:r>
              <a:rPr lang="pt-BR" sz="2400"/>
              <a:t>DOM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/>
              <a:t>SEG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/>
              <a:t>TER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/>
              <a:t>QUA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/>
              <a:t>QUI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/>
              <a:t>SEX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pt-BR" sz="2400"/>
              <a:t>SAB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 dia;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scanf("%u", &amp;dia);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dk1"/>
                </a:solidFill>
              </a:rPr>
              <a:t>if(dia &gt;= </a:t>
            </a:r>
            <a:r>
              <a:rPr lang="pt-BR" sz="2400">
                <a:solidFill>
                  <a:schemeClr val="dk1"/>
                </a:solidFill>
              </a:rPr>
              <a:t>DOM</a:t>
            </a:r>
            <a:r>
              <a:rPr lang="pt-BR" sz="2400">
                <a:solidFill>
                  <a:schemeClr val="dk1"/>
                </a:solidFill>
              </a:rPr>
              <a:t> &amp;&amp; dia &lt;= </a:t>
            </a:r>
            <a:r>
              <a:rPr lang="pt-BR" sz="2400">
                <a:solidFill>
                  <a:schemeClr val="dk1"/>
                </a:solidFill>
              </a:rPr>
              <a:t>SAB</a:t>
            </a:r>
            <a:r>
              <a:rPr lang="pt-BR" sz="2400">
                <a:solidFill>
                  <a:schemeClr val="dk1"/>
                </a:solidFill>
              </a:rPr>
              <a:t>) printf ("hoje é %s\n", nomes[dia]);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chemeClr val="dk1"/>
                </a:solidFill>
              </a:rPr>
              <a:t>else printf ("dia inválido\n");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E</a:t>
            </a: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numeração </a:t>
            </a:r>
            <a:r>
              <a:rPr lang="pt-BR" sz="4400"/>
              <a:t>bool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0" name="Google Shape;220;p3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Tipo introduzido no padrão C99 com a biblioteca &lt;stdbool.h&gt;.</a:t>
            </a:r>
            <a:endParaRPr sz="3200"/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Pode assumir os valores false (0) e true (1).</a:t>
            </a:r>
            <a:endParaRPr sz="3200"/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i="1" lang="pt-BR" sz="3200">
                <a:solidFill>
                  <a:schemeClr val="dk1"/>
                </a:solidFill>
              </a:rPr>
              <a:t>typedef enum {false, true} bool;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71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indent="-29718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/>
          </a:p>
        </p:txBody>
      </p:sp>
      <p:sp>
        <p:nvSpPr>
          <p:cNvPr id="228" name="Google Shape;228;p3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29" name="Google Shape;229;p3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Aula15–16 — Struct e enum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Pratica10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Atividade04 / Trabalho Final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8 (organização de dados) + Schildt (struct/enum).</a:t>
            </a:r>
            <a:br/>
            <a:r>
              <a:t>O Antonello não aprofunda struct/enum: use estes slides + Pratica10.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Aplique no Trabalho Final.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Modele struct Produto { codigo, nome, preco } e enum Disponibilidade. Cadastre 3 produtos e liste.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Para que serve o operador '.' na struct?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Enum melhora o quê frente a 'números mágicos'?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Cite um exemplo de vetor de struct.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