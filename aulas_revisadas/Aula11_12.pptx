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8" r:id="rId27"/>
    <p:sldId id="279" r:id="rId28"/>
    <p:sldId id="280" r:id="rId29"/>
    <p:sldId id="281" r:id="rId30"/>
    <p:sldId id="277" r:id="rId26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cdc93b11e0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1cdc93b11e0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0f3254636_0_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70f3254636_0_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b573070f6d_0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b573070f6d_0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b573070f6d_0_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b573070f6d_0_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b573070f6d_0_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b573070f6d_0_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573070f6d_0_2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b573070f6d_0_2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b573070f6d_0_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b573070f6d_0_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b573070f6d_0_3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b573070f6d_0_3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b542901720_0_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b542901720_0_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b573070f6d_0_4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b573070f6d_0_4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b542901720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b542901720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b542901720_0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b542901720_0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0f3254636_0_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70f3254636_0_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idx="1" type="subTitle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3" type="body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3" type="body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3" type="body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3" type="body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4" type="body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3" type="body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4" type="body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5" type="body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6" type="body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200" u="none" cap="none" strike="noStrik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b="0" i="0" sz="4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Comandos de Repetição em C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>Prof. Marcelo Farias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Objetivos da Aula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</a:t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Compreender as estruturas de repetiç</a:t>
            </a:r>
            <a:r>
              <a:rPr lang="pt-BR" sz="3200"/>
              <a:t>ão</a:t>
            </a:r>
            <a:r>
              <a:rPr lang="pt-BR" sz="3200"/>
              <a:t> em C.</a:t>
            </a:r>
            <a:endParaRPr sz="3200"/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rgbClr val="000000"/>
                </a:solidFill>
              </a:rPr>
              <a:t>Conhecer a sintaxe e o funcionamento de cada comando de </a:t>
            </a:r>
            <a:r>
              <a:rPr lang="pt-BR" sz="3200"/>
              <a:t>repetição</a:t>
            </a:r>
            <a:r>
              <a:rPr lang="pt-BR" sz="3200">
                <a:solidFill>
                  <a:srgbClr val="000000"/>
                </a:solidFill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rtl="0" algn="l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Aprender a utilizar e diferenciar laços de repetição determinados e indeterminados</a:t>
            </a:r>
            <a:r>
              <a:rPr lang="pt-BR" sz="3200">
                <a:solidFill>
                  <a:srgbClr val="000000"/>
                </a:solidFill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Comandos </a:t>
            </a:r>
            <a:r>
              <a:rPr lang="pt-BR" sz="4400"/>
              <a:t>de Repetição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Permitem que um comando ou bloco de comandos seja executado enquanto uma condição for verdadeira.</a:t>
            </a:r>
            <a:endParaRPr sz="3200"/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Também são chamados de laços.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 suporta os comandos for, while e do-while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Comando for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Comando de repetição determinada.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m contador controla a q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uantidade de vezes que um comando ou </a:t>
            </a:r>
            <a:r>
              <a:rPr lang="pt-BR" sz="3200"/>
              <a:t>bloco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pt-BR" sz="3200"/>
              <a:t>comandos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é executado.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 variável do contador é incrementada ou decrementada até chegar na condição de parada.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Sintaxe do for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for(</a:t>
            </a:r>
            <a:r>
              <a:rPr i="1" lang="pt-BR" sz="2400"/>
              <a:t>expressão1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i="1" lang="pt-BR" sz="2400"/>
              <a:t>expressão2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i="1" lang="pt-BR" sz="2400"/>
              <a:t>expressão3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pt-BR" sz="2400"/>
              <a:t>comando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for(</a:t>
            </a:r>
            <a:r>
              <a:rPr i="1" lang="pt-BR" sz="2400"/>
              <a:t>expressão1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i="1" lang="pt-BR" sz="2400"/>
              <a:t>expressão2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i="1" lang="pt-BR" sz="2400"/>
              <a:t>expressão3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…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5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149" y="1974750"/>
            <a:ext cx="3740750" cy="493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f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or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for(int i = 0; i &lt; 10; i++) printf("%d\n", i); 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</a:t>
            </a:r>
            <a:r>
              <a:rPr lang="pt-BR" sz="2400">
                <a:solidFill>
                  <a:srgbClr val="0000FF"/>
                </a:solidFill>
              </a:rPr>
              <a:t>0 a 9 com salto de 1</a:t>
            </a:r>
            <a:endParaRPr b="0" sz="240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for(int i = 10; i &gt; 0; i--) printf("%d\n", i); </a:t>
            </a:r>
            <a:r>
              <a:rPr lang="pt-BR" sz="2400">
                <a:solidFill>
                  <a:srgbClr val="0000FF"/>
                </a:solidFill>
              </a:rPr>
              <a:t>// 10 a 1 com salto de -1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for(int i = 0; i &lt; 10; i += 2) { 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</a:t>
            </a:r>
            <a:r>
              <a:rPr lang="pt-BR" sz="2400">
                <a:solidFill>
                  <a:srgbClr val="0000FF"/>
                </a:solidFill>
              </a:rPr>
              <a:t>salto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2</a:t>
            </a:r>
            <a:endParaRPr b="0" sz="240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printf("%d\n", i);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for(int i = 10; i &gt; 0; i -= 3) { </a:t>
            </a:r>
            <a:r>
              <a:rPr lang="pt-BR" sz="2400">
                <a:solidFill>
                  <a:srgbClr val="0000FF"/>
                </a:solidFill>
              </a:rPr>
              <a:t>// salto de -3</a:t>
            </a:r>
            <a:endParaRPr sz="2400">
              <a:solidFill>
                <a:srgbClr val="0000FF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printf("%d\n", i);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}</a:t>
            </a:r>
            <a:endParaRPr sz="2400"/>
          </a:p>
        </p:txBody>
      </p:sp>
      <p:sp>
        <p:nvSpPr>
          <p:cNvPr id="107" name="Google Shape;107;p1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Comando while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Comando de repetição indeterminada.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Enquanto uma condição for </a:t>
            </a:r>
            <a:r>
              <a:rPr lang="pt-BR" sz="3200"/>
              <a:t>verdadeira, um comando ou bloco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pt-BR" sz="3200"/>
              <a:t>comandos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será executado.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Não requer um contador.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Sintaxe do while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while(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pt-BR" sz="2400"/>
              <a:t>comando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while(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…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8</a:t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625" y="1669038"/>
            <a:ext cx="345757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while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i = 0;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while(i &lt; 10) printf("%d\n", i++);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char </a:t>
            </a:r>
            <a:r>
              <a:rPr lang="pt-BR" sz="2400">
                <a:solidFill>
                  <a:schemeClr val="dk1"/>
                </a:solidFill>
              </a:rPr>
              <a:t>ch = getchar(); </a:t>
            </a:r>
            <a:r>
              <a:rPr lang="pt-BR" sz="2400">
                <a:solidFill>
                  <a:srgbClr val="0000FF"/>
                </a:solidFill>
              </a:rPr>
              <a:t>// ler uma tecla</a:t>
            </a:r>
            <a:endParaRPr b="0" sz="240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while(ch != '</a:t>
            </a:r>
            <a:r>
              <a:rPr lang="pt-BR" sz="2400"/>
              <a:t>\n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')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printf("%c\n", ch);</a:t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ch = getchar();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Comando do</a:t>
            </a:r>
            <a:r>
              <a:rPr lang="pt-BR" sz="4400"/>
              <a:t>-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while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Diferencia-se do comando while porque a condição é verificada após a execução do bloco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É executado pelo menos uma vez, independentemente da condição inicial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Sintaxe do </a:t>
            </a:r>
            <a:r>
              <a:rPr lang="pt-BR" sz="4400"/>
              <a:t>d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pt-BR" sz="4400"/>
              <a:t>-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while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do </a:t>
            </a:r>
            <a:r>
              <a:rPr i="1" lang="pt-BR" sz="2400"/>
              <a:t>comando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 while(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do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…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pt-BR" sz="2400"/>
              <a:t>comando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while(</a:t>
            </a:r>
            <a:r>
              <a:rPr b="0" i="1" lang="pt-BR" sz="2400" strike="noStrike">
                <a:latin typeface="Arial"/>
                <a:ea typeface="Arial"/>
                <a:cs typeface="Arial"/>
                <a:sym typeface="Arial"/>
              </a:rPr>
              <a:t>condição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11</a:t>
            </a:r>
            <a:endParaRPr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6813" y="1940400"/>
            <a:ext cx="234315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do-</a:t>
            </a:r>
            <a:r>
              <a:rPr lang="pt-BR" sz="4400"/>
              <a:t>w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hile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i = 0;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do printf("%d\n", i++); while(i &lt; 10);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char ch = </a:t>
            </a:r>
            <a:r>
              <a:rPr lang="pt-BR" sz="2400"/>
              <a:t>'\0'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do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ch = getchar(); </a:t>
            </a:r>
            <a:r>
              <a:rPr b="0" lang="pt-BR" sz="240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ler uma tecla</a:t>
            </a:r>
            <a:endParaRPr b="0" sz="240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printf("%c\n", ch);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while(ch != '\</a:t>
            </a:r>
            <a:r>
              <a:rPr lang="pt-BR" sz="2400"/>
              <a:t>n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');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Laços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A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ninhados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Um comando de repetiç</a:t>
            </a:r>
            <a:r>
              <a:rPr lang="pt-BR" sz="3200"/>
              <a:t>ão 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declarado dentro de out</a:t>
            </a:r>
            <a:r>
              <a:rPr lang="pt-BR" sz="3200"/>
              <a:t>ra repetição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Tipicamente usados para percorrer elementos de matrizes.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 quantidade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de laç</a:t>
            </a:r>
            <a:r>
              <a:rPr lang="pt-BR" sz="3200"/>
              <a:t>os 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aninhados afeta o desempenho do programa.</a:t>
            </a:r>
            <a:endParaRPr sz="3200"/>
          </a:p>
        </p:txBody>
      </p:sp>
      <p:sp>
        <p:nvSpPr>
          <p:cNvPr id="165" name="Google Shape;165;p2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Laço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A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ninhado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for(int i = 0; i &lt; 10; i++)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for(int j = 0; j &lt; 10; j++)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  printf("%d, %d\n", i, j);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int i = 0;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while(i &lt; 10)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int j = 0;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do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    printf("%d, %d\n", i, j);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    j++;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} while(j &lt; 10);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i++;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}</a:t>
            </a:r>
            <a:endParaRPr sz="2400"/>
          </a:p>
        </p:txBody>
      </p:sp>
      <p:sp>
        <p:nvSpPr>
          <p:cNvPr id="173" name="Google Shape;173;p2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Laço I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nfinito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Laço </a:t>
            </a:r>
            <a:r>
              <a:rPr lang="pt-BR" sz="3200"/>
              <a:t>é repetido infinitamente, ou seja, sem parar.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Uma c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ondição de parada </a:t>
            </a:r>
            <a:r>
              <a:rPr lang="pt-BR" sz="3200"/>
              <a:t>deve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ser definida no bloco de comandos d</a:t>
            </a:r>
            <a:r>
              <a:rPr lang="pt-BR" sz="3200"/>
              <a:t>o laço.</a:t>
            </a:r>
            <a:endParaRPr sz="3200"/>
          </a:p>
        </p:txBody>
      </p:sp>
      <p:sp>
        <p:nvSpPr>
          <p:cNvPr id="181" name="Google Shape;181;p2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2" name="Google Shape;182;p2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L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aço </a:t>
            </a:r>
            <a:r>
              <a:rPr lang="pt-BR" sz="4400"/>
              <a:t>I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nfinito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for(;;)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printf("Ao infinito e além!\n");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while(1)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printf("Ao infinito e além!\n");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}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do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printf("Ao infinito e além!\n");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} while(1);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Comando break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Interrompe a </a:t>
            </a:r>
            <a:r>
              <a:rPr lang="pt-BR" sz="3200"/>
              <a:t>repetição do laço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Essencial para controlar a execução de laços infinitos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break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int i = 0;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for(;;)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i++;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	if(i==10) break; </a:t>
            </a:r>
            <a:r>
              <a:rPr lang="pt-BR" sz="2400">
                <a:solidFill>
                  <a:srgbClr val="0000FF"/>
                </a:solidFill>
              </a:rPr>
              <a:t>// condição de parada</a:t>
            </a:r>
            <a:endParaRPr sz="2400">
              <a:solidFill>
                <a:srgbClr val="0000FF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}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char ch = '\0';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while(1)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ch = getchar();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	if(ch=='\n') break; </a:t>
            </a:r>
            <a:r>
              <a:rPr lang="pt-BR" sz="2400">
                <a:solidFill>
                  <a:srgbClr val="0000FF"/>
                </a:solidFill>
              </a:rPr>
              <a:t>// condição de parada</a:t>
            </a:r>
            <a:endParaRPr sz="2400">
              <a:solidFill>
                <a:srgbClr val="0000FF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}</a:t>
            </a:r>
            <a:endParaRPr sz="2400"/>
          </a:p>
        </p:txBody>
      </p:sp>
      <p:sp>
        <p:nvSpPr>
          <p:cNvPr id="205" name="Google Shape;205;p3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Comando continue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alta uma repetição do laç</a:t>
            </a:r>
            <a:r>
              <a:rPr lang="pt-BR" sz="3200"/>
              <a:t>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Retorna para início do laço não executando </a:t>
            </a:r>
            <a:r>
              <a:rPr lang="pt-BR" sz="3200"/>
              <a:t>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pt-BR" sz="3200"/>
              <a:t>comandos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abaixo dele.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continue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for(int i=0; i &lt; 10; i++) {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  if(i &gt; 5) continue; </a:t>
            </a:r>
            <a:r>
              <a:rPr lang="pt-BR" sz="2400">
                <a:solidFill>
                  <a:srgbClr val="0000FF"/>
                </a:solidFill>
              </a:rPr>
              <a:t>// salta a repetição no laço 5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  printf(</a:t>
            </a:r>
            <a:r>
              <a:rPr lang="pt-BR" sz="2400"/>
              <a:t>"%d, ", i);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}</a:t>
            </a:r>
            <a:endParaRPr sz="2400"/>
          </a:p>
          <a:p>
            <a:pPr indent="0" lvl="0" marL="18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char ch = </a:t>
            </a:r>
            <a:r>
              <a:rPr lang="pt-BR" sz="2400"/>
              <a:t>'\0'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do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ch = getchar(); // ler uma tecla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  if(ch &lt; '0' || ch &gt; '9') continue; </a:t>
            </a:r>
            <a:r>
              <a:rPr lang="pt-BR" sz="2400">
                <a:solidFill>
                  <a:srgbClr val="0000FF"/>
                </a:solidFill>
              </a:rPr>
              <a:t>// salta a repetição se não for dígito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printf("%c\n", ch);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while(ch != '\</a:t>
            </a:r>
            <a:r>
              <a:rPr lang="pt-BR" sz="2400"/>
              <a:t>n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');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22" name="Google Shape;222;p3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Em </a:t>
            </a:r>
            <a:r>
              <a:rPr lang="pt-BR" sz="4400"/>
              <a:t>Resumo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</a:t>
            </a:r>
            <a:r>
              <a:rPr b="1" lang="pt-BR" sz="3200"/>
              <a:t>for</a:t>
            </a:r>
            <a:r>
              <a:rPr lang="pt-BR" sz="3200"/>
              <a:t> é ideal para repetições com número conhecido ou controlado por contador.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</a:t>
            </a:r>
            <a:r>
              <a:rPr b="1" lang="pt-BR" sz="3200"/>
              <a:t>while</a:t>
            </a:r>
            <a:r>
              <a:rPr lang="pt-BR" sz="3200"/>
              <a:t> repete enquanto a condição for verdadeira, podendo não executar nenhuma vez se inicialmente falsa.</a:t>
            </a:r>
            <a:endParaRPr sz="3200"/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 </a:t>
            </a:r>
            <a:r>
              <a:rPr b="1" lang="pt-BR" sz="3200"/>
              <a:t>do-while</a:t>
            </a:r>
            <a:r>
              <a:rPr lang="pt-BR" sz="3200"/>
              <a:t> assegura pelo menos uma execução, pois verifica a condição após o bloco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Referências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71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SCHILDT, Herbert. C: Completo e Total. 3. ed. Pearson Makron Books, 1997.</a:t>
            </a:r>
            <a:endParaRPr sz="2400">
              <a:solidFill>
                <a:schemeClr val="dk1"/>
              </a:solidFill>
            </a:endParaRPr>
          </a:p>
          <a:p>
            <a:pPr indent="-29718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ANTONELLO, Ricardo. Linguagem C. 1. ed. Livro Digital, 2020.</a:t>
            </a:r>
            <a:endParaRPr sz="2400"/>
          </a:p>
        </p:txBody>
      </p:sp>
      <p:sp>
        <p:nvSpPr>
          <p:cNvPr id="237" name="Google Shape;237;p3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38" name="Google Shape;238;p3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Aula11–12 — Repetição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Pratica07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Atividade03 (opções 2 e 3)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6 — Laços de repetição (p. 68–88)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Exercícios 6.5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Leia números até 0 e mostre a quantidade de pares. Escolha while ou do-while e justifique.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Trabalhe em dupla (instrução por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Ao final, uma dupla compartilha a solução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Diferença entre while e do-while?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Para que serve continue?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Como interromper um for(;;) 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