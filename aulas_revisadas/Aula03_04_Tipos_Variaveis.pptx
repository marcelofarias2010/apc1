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saveSubsetFonts="1" autoCompressPictures="0">
  <p:sldMasterIdLst>
    <p:sldMasterId id="2147483660" r:id="rId1"/>
  </p:sldMasterIdLst>
  <p:notesMasterIdLst>
    <p:notesMasterId r:id="rId48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32"/>
    <p:sldId id="282" r:id="rId33"/>
    <p:sldId id="283" r:id="rId34"/>
    <p:sldId id="284" r:id="rId35"/>
    <p:sldId id="285" r:id="rId36"/>
  </p:sldIdLst>
  <p:sldSz cx="10080625" cy="7559675"/>
  <p:notesSz cx="7559675" cy="10691813"/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1D256A9D-A1DA-4847-989C-4C4989DC4989}">
  <a:tblStyle styleId="{1D256A9D-A1DA-4847-989C-4C4989DC4989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/>
      </a:tcStyle>
    </a:wholeTbl>
    <a:band1H>
      <a:tcTxStyle/>
      <a:tcStyle>
        <a:tcBdr/>
      </a:tcStyle>
    </a:band1H>
    <a:band2H>
      <a:tcTxStyle/>
      <a:tcStyle>
        <a:tcBdr/>
      </a:tcStyle>
    </a:band2H>
    <a:band1V>
      <a:tcTxStyle/>
      <a:tcStyle>
        <a:tcBdr/>
      </a:tcStyle>
    </a:band1V>
    <a:band2V>
      <a:tcTxStyle/>
      <a:tcStyle>
        <a:tcBdr/>
      </a:tcStyle>
    </a:band2V>
    <a:lastCol>
      <a:tcTxStyle/>
      <a:tcStyle>
        <a:tcBdr/>
      </a:tcStyle>
    </a:lastCol>
    <a:firstCol>
      <a:tcTxStyle/>
      <a:tcStyle>
        <a:tcBdr/>
      </a:tcStyle>
    </a:firstCol>
    <a:lastRow>
      <a:tcTxStyle/>
      <a:tcStyle>
        <a:tcBdr/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/>
      <a:tcStyle>
        <a:tcBdr/>
      </a:tcStyle>
    </a:firstRow>
    <a:neCell>
      <a:tcTxStyle/>
      <a:tcStyle>
        <a:tcBdr/>
      </a:tcStyle>
    </a:neCell>
    <a:nwCell>
      <a:tcTxStyle/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95" d="100"/>
          <a:sy n="95" d="100"/>
        </p:scale>
        <p:origin x="1782" y="8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32" Type="http://schemas.openxmlformats.org/officeDocument/2006/relationships/slide" Target="slides/slide26.xml"/><Relationship Id="rId33" Type="http://schemas.openxmlformats.org/officeDocument/2006/relationships/slide" Target="slides/slide27.xml"/><Relationship Id="rId34" Type="http://schemas.openxmlformats.org/officeDocument/2006/relationships/slide" Target="slides/slide28.xml"/><Relationship Id="rId35" Type="http://schemas.openxmlformats.org/officeDocument/2006/relationships/slide" Target="slides/slide29.xml"/><Relationship Id="rId36" Type="http://schemas.openxmlformats.org/officeDocument/2006/relationships/slide" Target="slides/slide30.xml"/><Relationship Id="rId48" Type="http://schemas.openxmlformats.org/officeDocument/2006/relationships/notesMaster" Target="notesMasters/notesMaster1.xml"/><Relationship Id="rId49" Type="http://schemas.openxmlformats.org/officeDocument/2006/relationships/presProps" Target="presProps.xml"/><Relationship Id="rId50" Type="http://schemas.openxmlformats.org/officeDocument/2006/relationships/viewProps" Target="viewProps.xml"/><Relationship Id="rId51" Type="http://schemas.openxmlformats.org/officeDocument/2006/relationships/theme" Target="theme/theme1.xml"/><Relationship Id="rId52" Type="http://schemas.openxmlformats.org/officeDocument/2006/relationships/tableStyles" Target="tableStyle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1260175" y="801875"/>
            <a:ext cx="5040025" cy="400942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755950" y="5078600"/>
            <a:ext cx="6047725" cy="4811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_rels/notesSlide1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_rels/notesSlide1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.xml"/></Relationships>
</file>

<file path=ppt/notesSlides/_rels/notesSlide1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9.xml"/></Relationships>
</file>

<file path=ppt/notesSlides/_rels/notesSlide2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0.xml"/></Relationships>
</file>

<file path=ppt/notesSlides/_rels/notesSlide2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1.xml"/></Relationships>
</file>

<file path=ppt/notesSlides/_rels/notesSlide2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2.xml"/></Relationships>
</file>

<file path=ppt/notesSlides/_rels/notesSlide2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3.xml"/></Relationships>
</file>

<file path=ppt/notesSlides/_rels/notesSlide2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4.xml"/></Relationships>
</file>

<file path=ppt/notesSlides/_rels/notesSlide2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5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" name="Google Shape;64;p1:notes"/>
          <p:cNvSpPr txBox="1">
            <a:spLocks noGrp="1"/>
          </p:cNvSpPr>
          <p:nvPr>
            <p:ph type="body" idx="1"/>
          </p:nvPr>
        </p:nvSpPr>
        <p:spPr>
          <a:xfrm>
            <a:off x="755950" y="5078600"/>
            <a:ext cx="6047725" cy="48113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5" name="Google Shape;65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08075" y="801688"/>
            <a:ext cx="5345113" cy="401002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" name="Google Shape;70;g36310251d1d_0_2:notes"/>
          <p:cNvSpPr txBox="1">
            <a:spLocks noGrp="1"/>
          </p:cNvSpPr>
          <p:nvPr>
            <p:ph type="body" idx="1"/>
          </p:nvPr>
        </p:nvSpPr>
        <p:spPr>
          <a:xfrm>
            <a:off x="755950" y="5078600"/>
            <a:ext cx="6047700" cy="4811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1" name="Google Shape;71;g36310251d1d_0_2:notes"/>
          <p:cNvSpPr>
            <a:spLocks noGrp="1" noRot="1" noChangeAspect="1"/>
          </p:cNvSpPr>
          <p:nvPr>
            <p:ph type="sldImg" idx="2"/>
          </p:nvPr>
        </p:nvSpPr>
        <p:spPr>
          <a:xfrm>
            <a:off x="1260175" y="801875"/>
            <a:ext cx="5040000" cy="40095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" name="Google Shape;78;p2:notes"/>
          <p:cNvSpPr txBox="1">
            <a:spLocks noGrp="1"/>
          </p:cNvSpPr>
          <p:nvPr>
            <p:ph type="body" idx="1"/>
          </p:nvPr>
        </p:nvSpPr>
        <p:spPr>
          <a:xfrm>
            <a:off x="755950" y="5078600"/>
            <a:ext cx="6047725" cy="48113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9" name="Google Shape;79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1260175" y="801875"/>
            <a:ext cx="5040025" cy="400942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p3:notes"/>
          <p:cNvSpPr txBox="1">
            <a:spLocks noGrp="1"/>
          </p:cNvSpPr>
          <p:nvPr>
            <p:ph type="body" idx="1"/>
          </p:nvPr>
        </p:nvSpPr>
        <p:spPr>
          <a:xfrm>
            <a:off x="755950" y="5078600"/>
            <a:ext cx="6047725" cy="48113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7" name="Google Shape;87;p3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08075" y="801688"/>
            <a:ext cx="5345113" cy="401002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Google Shape;94;p4:notes"/>
          <p:cNvSpPr txBox="1">
            <a:spLocks noGrp="1"/>
          </p:cNvSpPr>
          <p:nvPr>
            <p:ph type="body" idx="1"/>
          </p:nvPr>
        </p:nvSpPr>
        <p:spPr>
          <a:xfrm>
            <a:off x="755950" y="5078600"/>
            <a:ext cx="6047725" cy="48113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5" name="Google Shape;95;p4:notes"/>
          <p:cNvSpPr>
            <a:spLocks noGrp="1" noRot="1" noChangeAspect="1"/>
          </p:cNvSpPr>
          <p:nvPr>
            <p:ph type="sldImg" idx="2"/>
          </p:nvPr>
        </p:nvSpPr>
        <p:spPr>
          <a:xfrm>
            <a:off x="1260175" y="801875"/>
            <a:ext cx="5040025" cy="400942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Google Shape;102;g1422e17acc1_0_1:notes"/>
          <p:cNvSpPr txBox="1">
            <a:spLocks noGrp="1"/>
          </p:cNvSpPr>
          <p:nvPr>
            <p:ph type="body" idx="1"/>
          </p:nvPr>
        </p:nvSpPr>
        <p:spPr>
          <a:xfrm>
            <a:off x="755950" y="5078600"/>
            <a:ext cx="6047700" cy="4811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3" name="Google Shape;103;g1422e17acc1_0_1:notes"/>
          <p:cNvSpPr>
            <a:spLocks noGrp="1" noRot="1" noChangeAspect="1"/>
          </p:cNvSpPr>
          <p:nvPr>
            <p:ph type="sldImg" idx="2"/>
          </p:nvPr>
        </p:nvSpPr>
        <p:spPr>
          <a:xfrm>
            <a:off x="1260175" y="801875"/>
            <a:ext cx="5040000" cy="40095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" name="Google Shape;110;p5:notes"/>
          <p:cNvSpPr txBox="1">
            <a:spLocks noGrp="1"/>
          </p:cNvSpPr>
          <p:nvPr>
            <p:ph type="body" idx="1"/>
          </p:nvPr>
        </p:nvSpPr>
        <p:spPr>
          <a:xfrm>
            <a:off x="755950" y="5078600"/>
            <a:ext cx="6047725" cy="48113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1" name="Google Shape;111;p5:notes"/>
          <p:cNvSpPr>
            <a:spLocks noGrp="1" noRot="1" noChangeAspect="1"/>
          </p:cNvSpPr>
          <p:nvPr>
            <p:ph type="sldImg" idx="2"/>
          </p:nvPr>
        </p:nvSpPr>
        <p:spPr>
          <a:xfrm>
            <a:off x="1260175" y="801875"/>
            <a:ext cx="5040025" cy="400942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" name="Google Shape;118;g1422e17acc1_0_66:notes"/>
          <p:cNvSpPr txBox="1">
            <a:spLocks noGrp="1"/>
          </p:cNvSpPr>
          <p:nvPr>
            <p:ph type="body" idx="1"/>
          </p:nvPr>
        </p:nvSpPr>
        <p:spPr>
          <a:xfrm>
            <a:off x="755950" y="5078600"/>
            <a:ext cx="6047700" cy="4811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9" name="Google Shape;119;g1422e17acc1_0_66:notes"/>
          <p:cNvSpPr>
            <a:spLocks noGrp="1" noRot="1" noChangeAspect="1"/>
          </p:cNvSpPr>
          <p:nvPr>
            <p:ph type="sldImg" idx="2"/>
          </p:nvPr>
        </p:nvSpPr>
        <p:spPr>
          <a:xfrm>
            <a:off x="1260175" y="801875"/>
            <a:ext cx="5040000" cy="40095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" name="Google Shape;126;p6:notes"/>
          <p:cNvSpPr txBox="1">
            <a:spLocks noGrp="1"/>
          </p:cNvSpPr>
          <p:nvPr>
            <p:ph type="body" idx="1"/>
          </p:nvPr>
        </p:nvSpPr>
        <p:spPr>
          <a:xfrm>
            <a:off x="755950" y="5078600"/>
            <a:ext cx="6047725" cy="48113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7" name="Google Shape;127;p6:notes"/>
          <p:cNvSpPr>
            <a:spLocks noGrp="1" noRot="1" noChangeAspect="1"/>
          </p:cNvSpPr>
          <p:nvPr>
            <p:ph type="sldImg" idx="2"/>
          </p:nvPr>
        </p:nvSpPr>
        <p:spPr>
          <a:xfrm>
            <a:off x="1260175" y="801875"/>
            <a:ext cx="5040025" cy="400942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" name="Google Shape;134;p7:notes"/>
          <p:cNvSpPr txBox="1">
            <a:spLocks noGrp="1"/>
          </p:cNvSpPr>
          <p:nvPr>
            <p:ph type="body" idx="1"/>
          </p:nvPr>
        </p:nvSpPr>
        <p:spPr>
          <a:xfrm>
            <a:off x="755950" y="5078600"/>
            <a:ext cx="6047725" cy="48113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5" name="Google Shape;135;p7:notes"/>
          <p:cNvSpPr>
            <a:spLocks noGrp="1" noRot="1" noChangeAspect="1"/>
          </p:cNvSpPr>
          <p:nvPr>
            <p:ph type="sldImg" idx="2"/>
          </p:nvPr>
        </p:nvSpPr>
        <p:spPr>
          <a:xfrm>
            <a:off x="1260175" y="801875"/>
            <a:ext cx="5040025" cy="400942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2" name="Google Shape;142;g1422e17acc1_0_132:notes"/>
          <p:cNvSpPr txBox="1">
            <a:spLocks noGrp="1"/>
          </p:cNvSpPr>
          <p:nvPr>
            <p:ph type="body" idx="1"/>
          </p:nvPr>
        </p:nvSpPr>
        <p:spPr>
          <a:xfrm>
            <a:off x="755950" y="5078600"/>
            <a:ext cx="6047700" cy="4811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43" name="Google Shape;143;g1422e17acc1_0_132:notes"/>
          <p:cNvSpPr>
            <a:spLocks noGrp="1" noRot="1" noChangeAspect="1"/>
          </p:cNvSpPr>
          <p:nvPr>
            <p:ph type="sldImg" idx="2"/>
          </p:nvPr>
        </p:nvSpPr>
        <p:spPr>
          <a:xfrm>
            <a:off x="1260175" y="801875"/>
            <a:ext cx="5040000" cy="40095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0" name="Google Shape;150;p8:notes"/>
          <p:cNvSpPr txBox="1">
            <a:spLocks noGrp="1"/>
          </p:cNvSpPr>
          <p:nvPr>
            <p:ph type="body" idx="1"/>
          </p:nvPr>
        </p:nvSpPr>
        <p:spPr>
          <a:xfrm>
            <a:off x="755950" y="5078600"/>
            <a:ext cx="6047725" cy="48113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51" name="Google Shape;151;p8:notes"/>
          <p:cNvSpPr>
            <a:spLocks noGrp="1" noRot="1" noChangeAspect="1"/>
          </p:cNvSpPr>
          <p:nvPr>
            <p:ph type="sldImg" idx="2"/>
          </p:nvPr>
        </p:nvSpPr>
        <p:spPr>
          <a:xfrm>
            <a:off x="1260175" y="801875"/>
            <a:ext cx="5040025" cy="400942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8" name="Google Shape;158;p9:notes"/>
          <p:cNvSpPr txBox="1">
            <a:spLocks noGrp="1"/>
          </p:cNvSpPr>
          <p:nvPr>
            <p:ph type="body" idx="1"/>
          </p:nvPr>
        </p:nvSpPr>
        <p:spPr>
          <a:xfrm>
            <a:off x="755950" y="5078600"/>
            <a:ext cx="6047725" cy="48113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59" name="Google Shape;159;p9:notes"/>
          <p:cNvSpPr>
            <a:spLocks noGrp="1" noRot="1" noChangeAspect="1"/>
          </p:cNvSpPr>
          <p:nvPr>
            <p:ph type="sldImg" idx="2"/>
          </p:nvPr>
        </p:nvSpPr>
        <p:spPr>
          <a:xfrm>
            <a:off x="1260175" y="801875"/>
            <a:ext cx="5040025" cy="400942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6" name="Google Shape;166;p10:notes"/>
          <p:cNvSpPr txBox="1">
            <a:spLocks noGrp="1"/>
          </p:cNvSpPr>
          <p:nvPr>
            <p:ph type="body" idx="1"/>
          </p:nvPr>
        </p:nvSpPr>
        <p:spPr>
          <a:xfrm>
            <a:off x="755950" y="5078600"/>
            <a:ext cx="6047725" cy="48113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67" name="Google Shape;167;p10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08075" y="801688"/>
            <a:ext cx="5345113" cy="401002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5" name="Google Shape;175;p11:notes"/>
          <p:cNvSpPr txBox="1">
            <a:spLocks noGrp="1"/>
          </p:cNvSpPr>
          <p:nvPr>
            <p:ph type="body" idx="1"/>
          </p:nvPr>
        </p:nvSpPr>
        <p:spPr>
          <a:xfrm>
            <a:off x="755950" y="5078600"/>
            <a:ext cx="6047725" cy="48113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76" name="Google Shape;176;p11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08075" y="801688"/>
            <a:ext cx="5345113" cy="401002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3" name="Google Shape;183;p16:notes"/>
          <p:cNvSpPr txBox="1">
            <a:spLocks noGrp="1"/>
          </p:cNvSpPr>
          <p:nvPr>
            <p:ph type="body" idx="1"/>
          </p:nvPr>
        </p:nvSpPr>
        <p:spPr>
          <a:xfrm>
            <a:off x="755950" y="5078600"/>
            <a:ext cx="6047725" cy="48113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84" name="Google Shape;184;p16:notes"/>
          <p:cNvSpPr>
            <a:spLocks noGrp="1" noRot="1" noChangeAspect="1"/>
          </p:cNvSpPr>
          <p:nvPr>
            <p:ph type="sldImg" idx="2"/>
          </p:nvPr>
        </p:nvSpPr>
        <p:spPr>
          <a:xfrm>
            <a:off x="1260175" y="801875"/>
            <a:ext cx="5040025" cy="400942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1" name="Google Shape;191;p17:notes"/>
          <p:cNvSpPr txBox="1">
            <a:spLocks noGrp="1"/>
          </p:cNvSpPr>
          <p:nvPr>
            <p:ph type="body" idx="1"/>
          </p:nvPr>
        </p:nvSpPr>
        <p:spPr>
          <a:xfrm>
            <a:off x="755950" y="5078600"/>
            <a:ext cx="6047725" cy="48113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92" name="Google Shape;192;p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1260175" y="801875"/>
            <a:ext cx="5040025" cy="400942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9" name="Google Shape;199;g1c74ec2d9a8_0_0:notes"/>
          <p:cNvSpPr txBox="1">
            <a:spLocks noGrp="1"/>
          </p:cNvSpPr>
          <p:nvPr>
            <p:ph type="body" idx="1"/>
          </p:nvPr>
        </p:nvSpPr>
        <p:spPr>
          <a:xfrm>
            <a:off x="755950" y="5078600"/>
            <a:ext cx="6047700" cy="4811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00" name="Google Shape;200;g1c74ec2d9a8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1260175" y="801875"/>
            <a:ext cx="5040000" cy="40095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7" name="Google Shape;207;g1c74ec2d9a8_0_7:notes"/>
          <p:cNvSpPr txBox="1">
            <a:spLocks noGrp="1"/>
          </p:cNvSpPr>
          <p:nvPr>
            <p:ph type="body" idx="1"/>
          </p:nvPr>
        </p:nvSpPr>
        <p:spPr>
          <a:xfrm>
            <a:off x="755950" y="5078600"/>
            <a:ext cx="6047700" cy="4811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08" name="Google Shape;208;g1c74ec2d9a8_0_7:notes"/>
          <p:cNvSpPr>
            <a:spLocks noGrp="1" noRot="1" noChangeAspect="1"/>
          </p:cNvSpPr>
          <p:nvPr>
            <p:ph type="sldImg" idx="2"/>
          </p:nvPr>
        </p:nvSpPr>
        <p:spPr>
          <a:xfrm>
            <a:off x="1260175" y="801875"/>
            <a:ext cx="5040000" cy="40095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" name="Google Shape;215;g1c74ec2d9a8_0_14:notes"/>
          <p:cNvSpPr txBox="1">
            <a:spLocks noGrp="1"/>
          </p:cNvSpPr>
          <p:nvPr>
            <p:ph type="body" idx="1"/>
          </p:nvPr>
        </p:nvSpPr>
        <p:spPr>
          <a:xfrm>
            <a:off x="755950" y="5078600"/>
            <a:ext cx="6047700" cy="4811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16" name="Google Shape;216;g1c74ec2d9a8_0_14:notes"/>
          <p:cNvSpPr>
            <a:spLocks noGrp="1" noRot="1" noChangeAspect="1"/>
          </p:cNvSpPr>
          <p:nvPr>
            <p:ph type="sldImg" idx="2"/>
          </p:nvPr>
        </p:nvSpPr>
        <p:spPr>
          <a:xfrm>
            <a:off x="1260175" y="801875"/>
            <a:ext cx="5040000" cy="40095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3" name="Google Shape;223;g1c74ec2d9a8_0_21:notes"/>
          <p:cNvSpPr txBox="1">
            <a:spLocks noGrp="1"/>
          </p:cNvSpPr>
          <p:nvPr>
            <p:ph type="body" idx="1"/>
          </p:nvPr>
        </p:nvSpPr>
        <p:spPr>
          <a:xfrm>
            <a:off x="755950" y="5078600"/>
            <a:ext cx="6047700" cy="4811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24" name="Google Shape;224;g1c74ec2d9a8_0_21:notes"/>
          <p:cNvSpPr>
            <a:spLocks noGrp="1" noRot="1" noChangeAspect="1"/>
          </p:cNvSpPr>
          <p:nvPr>
            <p:ph type="sldImg" idx="2"/>
          </p:nvPr>
        </p:nvSpPr>
        <p:spPr>
          <a:xfrm>
            <a:off x="1260175" y="801875"/>
            <a:ext cx="5040000" cy="40095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1" name="Google Shape;231;g1c74ec2d9a8_0_28:notes"/>
          <p:cNvSpPr txBox="1">
            <a:spLocks noGrp="1"/>
          </p:cNvSpPr>
          <p:nvPr>
            <p:ph type="body" idx="1"/>
          </p:nvPr>
        </p:nvSpPr>
        <p:spPr>
          <a:xfrm>
            <a:off x="755950" y="5078600"/>
            <a:ext cx="6047700" cy="4811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32" name="Google Shape;232;g1c74ec2d9a8_0_28:notes"/>
          <p:cNvSpPr>
            <a:spLocks noGrp="1" noRot="1" noChangeAspect="1"/>
          </p:cNvSpPr>
          <p:nvPr>
            <p:ph type="sldImg" idx="2"/>
          </p:nvPr>
        </p:nvSpPr>
        <p:spPr>
          <a:xfrm>
            <a:off x="1260175" y="801875"/>
            <a:ext cx="5040000" cy="40095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9" name="Google Shape;239;g1c74ec2d9a8_0_35:notes"/>
          <p:cNvSpPr txBox="1">
            <a:spLocks noGrp="1"/>
          </p:cNvSpPr>
          <p:nvPr>
            <p:ph type="body" idx="1"/>
          </p:nvPr>
        </p:nvSpPr>
        <p:spPr>
          <a:xfrm>
            <a:off x="755950" y="5078600"/>
            <a:ext cx="6047700" cy="4811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40" name="Google Shape;240;g1c74ec2d9a8_0_35:notes"/>
          <p:cNvSpPr>
            <a:spLocks noGrp="1" noRot="1" noChangeAspect="1"/>
          </p:cNvSpPr>
          <p:nvPr>
            <p:ph type="sldImg" idx="2"/>
          </p:nvPr>
        </p:nvSpPr>
        <p:spPr>
          <a:xfrm>
            <a:off x="1260175" y="801875"/>
            <a:ext cx="5040000" cy="40095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7" name="Google Shape;247;g1c74ec2d9a8_0_42:notes"/>
          <p:cNvSpPr txBox="1">
            <a:spLocks noGrp="1"/>
          </p:cNvSpPr>
          <p:nvPr>
            <p:ph type="body" idx="1"/>
          </p:nvPr>
        </p:nvSpPr>
        <p:spPr>
          <a:xfrm>
            <a:off x="755950" y="5078600"/>
            <a:ext cx="6047700" cy="4811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48" name="Google Shape;248;g1c74ec2d9a8_0_42:notes"/>
          <p:cNvSpPr>
            <a:spLocks noGrp="1" noRot="1" noChangeAspect="1"/>
          </p:cNvSpPr>
          <p:nvPr>
            <p:ph type="sldImg" idx="2"/>
          </p:nvPr>
        </p:nvSpPr>
        <p:spPr>
          <a:xfrm>
            <a:off x="1260175" y="801875"/>
            <a:ext cx="5040000" cy="40095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5" name="Google Shape;255;g1c74ec2d9a8_0_49:notes"/>
          <p:cNvSpPr txBox="1">
            <a:spLocks noGrp="1"/>
          </p:cNvSpPr>
          <p:nvPr>
            <p:ph type="body" idx="1"/>
          </p:nvPr>
        </p:nvSpPr>
        <p:spPr>
          <a:xfrm>
            <a:off x="755950" y="5078600"/>
            <a:ext cx="6047700" cy="4811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56" name="Google Shape;256;g1c74ec2d9a8_0_49:notes"/>
          <p:cNvSpPr>
            <a:spLocks noGrp="1" noRot="1" noChangeAspect="1"/>
          </p:cNvSpPr>
          <p:nvPr>
            <p:ph type="sldImg" idx="2"/>
          </p:nvPr>
        </p:nvSpPr>
        <p:spPr>
          <a:xfrm>
            <a:off x="1260175" y="801875"/>
            <a:ext cx="5040000" cy="40095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x">
  <p:cSld name="TITLE_AND_BODY">
    <p:spTree>
      <p:nvGrpSpPr>
        <p:cNvPr id="1" name="Shape 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Google Shape;13;p2"/>
          <p:cNvSpPr txBox="1">
            <a:spLocks noGrp="1"/>
          </p:cNvSpPr>
          <p:nvPr>
            <p:ph type="title"/>
          </p:nvPr>
        </p:nvSpPr>
        <p:spPr>
          <a:xfrm>
            <a:off x="144000" y="157320"/>
            <a:ext cx="9792000" cy="12621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4" name="Google Shape;14;p2"/>
          <p:cNvSpPr txBox="1">
            <a:spLocks noGrp="1"/>
          </p:cNvSpPr>
          <p:nvPr>
            <p:ph type="subTitle" idx="1"/>
          </p:nvPr>
        </p:nvSpPr>
        <p:spPr>
          <a:xfrm>
            <a:off x="144000" y="1584000"/>
            <a:ext cx="9792000" cy="504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5" name="Google Shape;15;p2"/>
          <p:cNvSpPr txBox="1">
            <a:spLocks noGrp="1"/>
          </p:cNvSpPr>
          <p:nvPr>
            <p:ph type="sldNum" idx="12"/>
          </p:nvPr>
        </p:nvSpPr>
        <p:spPr>
          <a:xfrm>
            <a:off x="9433260" y="6981108"/>
            <a:ext cx="604800" cy="5787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algn="r">
              <a:buNone/>
              <a:defRPr sz="1400"/>
            </a:lvl1pPr>
            <a:lvl2pPr lvl="1" algn="r">
              <a:buNone/>
              <a:defRPr sz="1400"/>
            </a:lvl2pPr>
            <a:lvl3pPr lvl="2" algn="r">
              <a:buNone/>
              <a:defRPr sz="1400"/>
            </a:lvl3pPr>
            <a:lvl4pPr lvl="3" algn="r">
              <a:buNone/>
              <a:defRPr sz="1400"/>
            </a:lvl4pPr>
            <a:lvl5pPr lvl="4" algn="r">
              <a:buNone/>
              <a:defRPr sz="1400"/>
            </a:lvl5pPr>
            <a:lvl6pPr lvl="5" algn="r">
              <a:buNone/>
              <a:defRPr sz="1400"/>
            </a:lvl6pPr>
            <a:lvl7pPr lvl="6" algn="r">
              <a:buNone/>
              <a:defRPr sz="1400"/>
            </a:lvl7pPr>
            <a:lvl8pPr lvl="7" algn="r">
              <a:buNone/>
              <a:defRPr sz="1400"/>
            </a:lvl8pPr>
            <a:lvl9pPr lvl="8" algn="r">
              <a:buNone/>
              <a:defRPr sz="1400"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, Content" type="obj">
  <p:cSld name="OBJECT">
    <p:spTree>
      <p:nvGrpSpPr>
        <p:cNvPr id="1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3"/>
          <p:cNvSpPr txBox="1">
            <a:spLocks noGrp="1"/>
          </p:cNvSpPr>
          <p:nvPr>
            <p:ph type="title"/>
          </p:nvPr>
        </p:nvSpPr>
        <p:spPr>
          <a:xfrm>
            <a:off x="144000" y="157320"/>
            <a:ext cx="9792000" cy="12621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8" name="Google Shape;18;p3"/>
          <p:cNvSpPr txBox="1">
            <a:spLocks noGrp="1"/>
          </p:cNvSpPr>
          <p:nvPr>
            <p:ph type="body" idx="1"/>
          </p:nvPr>
        </p:nvSpPr>
        <p:spPr>
          <a:xfrm>
            <a:off x="144000" y="1584000"/>
            <a:ext cx="9792000" cy="504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marL="914400" lvl="1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marL="1371600" lvl="2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marL="1828800" lvl="3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marL="2286000" lvl="4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marL="2743200" lvl="5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marL="3200400" lvl="6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marL="3657600" lvl="7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marL="4114800" lvl="8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9" name="Google Shape;19;p3"/>
          <p:cNvSpPr txBox="1">
            <a:spLocks noGrp="1"/>
          </p:cNvSpPr>
          <p:nvPr>
            <p:ph type="sldNum" idx="12"/>
          </p:nvPr>
        </p:nvSpPr>
        <p:spPr>
          <a:xfrm>
            <a:off x="9433260" y="6981108"/>
            <a:ext cx="604800" cy="5787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algn="r">
              <a:buNone/>
              <a:defRPr sz="1400"/>
            </a:lvl1pPr>
            <a:lvl2pPr lvl="1" algn="r">
              <a:buNone/>
              <a:defRPr sz="1400"/>
            </a:lvl2pPr>
            <a:lvl3pPr lvl="2" algn="r">
              <a:buNone/>
              <a:defRPr sz="1400"/>
            </a:lvl3pPr>
            <a:lvl4pPr lvl="3" algn="r">
              <a:buNone/>
              <a:defRPr sz="1400"/>
            </a:lvl4pPr>
            <a:lvl5pPr lvl="4" algn="r">
              <a:buNone/>
              <a:defRPr sz="1400"/>
            </a:lvl5pPr>
            <a:lvl6pPr lvl="5" algn="r">
              <a:buNone/>
              <a:defRPr sz="1400"/>
            </a:lvl6pPr>
            <a:lvl7pPr lvl="6" algn="r">
              <a:buNone/>
              <a:defRPr sz="1400"/>
            </a:lvl7pPr>
            <a:lvl8pPr lvl="7" algn="r">
              <a:buNone/>
              <a:defRPr sz="1400"/>
            </a:lvl8pPr>
            <a:lvl9pPr lvl="8" algn="r">
              <a:buNone/>
              <a:defRPr sz="1400"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4"/>
          <p:cNvSpPr txBox="1">
            <a:spLocks noGrp="1"/>
          </p:cNvSpPr>
          <p:nvPr>
            <p:ph type="title"/>
          </p:nvPr>
        </p:nvSpPr>
        <p:spPr>
          <a:xfrm>
            <a:off x="144000" y="157320"/>
            <a:ext cx="9792000" cy="12621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2" name="Google Shape;22;p4"/>
          <p:cNvSpPr txBox="1">
            <a:spLocks noGrp="1"/>
          </p:cNvSpPr>
          <p:nvPr>
            <p:ph type="sldNum" idx="12"/>
          </p:nvPr>
        </p:nvSpPr>
        <p:spPr>
          <a:xfrm>
            <a:off x="9433260" y="6981108"/>
            <a:ext cx="604800" cy="5787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algn="r">
              <a:buNone/>
              <a:defRPr sz="1400"/>
            </a:lvl1pPr>
            <a:lvl2pPr lvl="1" algn="r">
              <a:buNone/>
              <a:defRPr sz="1400"/>
            </a:lvl2pPr>
            <a:lvl3pPr lvl="2" algn="r">
              <a:buNone/>
              <a:defRPr sz="1400"/>
            </a:lvl3pPr>
            <a:lvl4pPr lvl="3" algn="r">
              <a:buNone/>
              <a:defRPr sz="1400"/>
            </a:lvl4pPr>
            <a:lvl5pPr lvl="4" algn="r">
              <a:buNone/>
              <a:defRPr sz="1400"/>
            </a:lvl5pPr>
            <a:lvl6pPr lvl="5" algn="r">
              <a:buNone/>
              <a:defRPr sz="1400"/>
            </a:lvl6pPr>
            <a:lvl7pPr lvl="6" algn="r">
              <a:buNone/>
              <a:defRPr sz="1400"/>
            </a:lvl7pPr>
            <a:lvl8pPr lvl="7" algn="r">
              <a:buNone/>
              <a:defRPr sz="1400"/>
            </a:lvl8pPr>
            <a:lvl9pPr lvl="8" algn="r">
              <a:buNone/>
              <a:defRPr sz="1400"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 Slide" type="blank">
  <p:cSld name="BLANK">
    <p:spTree>
      <p:nvGrpSpPr>
        <p:cNvPr id="1" name="Shape 23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, 2 Content" type="twoObj">
  <p:cSld name="TWO_OBJECTS">
    <p:spTree>
      <p:nvGrpSpPr>
        <p:cNvPr id="1" name="Shape 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Google Shape;25;p6"/>
          <p:cNvSpPr txBox="1">
            <a:spLocks noGrp="1"/>
          </p:cNvSpPr>
          <p:nvPr>
            <p:ph type="title"/>
          </p:nvPr>
        </p:nvSpPr>
        <p:spPr>
          <a:xfrm>
            <a:off x="144000" y="157320"/>
            <a:ext cx="9792000" cy="12621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6" name="Google Shape;26;p6"/>
          <p:cNvSpPr txBox="1">
            <a:spLocks noGrp="1"/>
          </p:cNvSpPr>
          <p:nvPr>
            <p:ph type="body" idx="1"/>
          </p:nvPr>
        </p:nvSpPr>
        <p:spPr>
          <a:xfrm>
            <a:off x="144000" y="1584000"/>
            <a:ext cx="4778280" cy="504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marL="914400" lvl="1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marL="1371600" lvl="2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marL="1828800" lvl="3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marL="2286000" lvl="4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marL="2743200" lvl="5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marL="3200400" lvl="6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marL="3657600" lvl="7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marL="4114800" lvl="8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7" name="Google Shape;27;p6"/>
          <p:cNvSpPr txBox="1">
            <a:spLocks noGrp="1"/>
          </p:cNvSpPr>
          <p:nvPr>
            <p:ph type="body" idx="2"/>
          </p:nvPr>
        </p:nvSpPr>
        <p:spPr>
          <a:xfrm>
            <a:off x="5161680" y="1584000"/>
            <a:ext cx="4778280" cy="504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marL="914400" lvl="1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marL="1371600" lvl="2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marL="1828800" lvl="3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marL="2286000" lvl="4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marL="2743200" lvl="5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marL="3200400" lvl="6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marL="3657600" lvl="7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marL="4114800" lvl="8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entered Text" type="objOnly">
  <p:cSld name="OBJECT_ONLY">
    <p:spTree>
      <p:nvGrpSpPr>
        <p:cNvPr id="1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>
            <a:spLocks noGrp="1"/>
          </p:cNvSpPr>
          <p:nvPr>
            <p:ph type="subTitle" idx="1"/>
          </p:nvPr>
        </p:nvSpPr>
        <p:spPr>
          <a:xfrm>
            <a:off x="144000" y="157320"/>
            <a:ext cx="9792000" cy="5851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, 2 Content and Content" type="twoObjAndObj">
  <p:cSld name="TWO_OBJECTS_AND_OBJECT">
    <p:spTree>
      <p:nvGrpSpPr>
        <p:cNvPr id="1" name="Shape 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Google Shape;31;p8"/>
          <p:cNvSpPr txBox="1">
            <a:spLocks noGrp="1"/>
          </p:cNvSpPr>
          <p:nvPr>
            <p:ph type="title"/>
          </p:nvPr>
        </p:nvSpPr>
        <p:spPr>
          <a:xfrm>
            <a:off x="144000" y="157320"/>
            <a:ext cx="9792000" cy="12621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2" name="Google Shape;32;p8"/>
          <p:cNvSpPr txBox="1">
            <a:spLocks noGrp="1"/>
          </p:cNvSpPr>
          <p:nvPr>
            <p:ph type="body" idx="1"/>
          </p:nvPr>
        </p:nvSpPr>
        <p:spPr>
          <a:xfrm>
            <a:off x="144000" y="1584000"/>
            <a:ext cx="4778280" cy="24037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marL="914400" lvl="1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marL="1371600" lvl="2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marL="1828800" lvl="3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marL="2286000" lvl="4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marL="2743200" lvl="5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marL="3200400" lvl="6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marL="3657600" lvl="7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marL="4114800" lvl="8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3" name="Google Shape;33;p8"/>
          <p:cNvSpPr txBox="1">
            <a:spLocks noGrp="1"/>
          </p:cNvSpPr>
          <p:nvPr>
            <p:ph type="body" idx="2"/>
          </p:nvPr>
        </p:nvSpPr>
        <p:spPr>
          <a:xfrm>
            <a:off x="5161680" y="1584000"/>
            <a:ext cx="4778280" cy="504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marL="914400" lvl="1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marL="1371600" lvl="2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marL="1828800" lvl="3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marL="2286000" lvl="4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marL="2743200" lvl="5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marL="3200400" lvl="6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marL="3657600" lvl="7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marL="4114800" lvl="8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4" name="Google Shape;34;p8"/>
          <p:cNvSpPr txBox="1">
            <a:spLocks noGrp="1"/>
          </p:cNvSpPr>
          <p:nvPr>
            <p:ph type="body" idx="3"/>
          </p:nvPr>
        </p:nvSpPr>
        <p:spPr>
          <a:xfrm>
            <a:off x="144000" y="4216320"/>
            <a:ext cx="4778280" cy="24037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marL="914400" lvl="1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marL="1371600" lvl="2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marL="1828800" lvl="3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marL="2286000" lvl="4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marL="2743200" lvl="5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marL="3200400" lvl="6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marL="3657600" lvl="7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marL="4114800" lvl="8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Content and 2 Content" type="objAndTwoObj">
  <p:cSld name="OBJECT_AND_TWO_OBJECTS">
    <p:spTree>
      <p:nvGrpSpPr>
        <p:cNvPr id="1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 txBox="1">
            <a:spLocks noGrp="1"/>
          </p:cNvSpPr>
          <p:nvPr>
            <p:ph type="title"/>
          </p:nvPr>
        </p:nvSpPr>
        <p:spPr>
          <a:xfrm>
            <a:off x="144000" y="157320"/>
            <a:ext cx="9792000" cy="12621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7" name="Google Shape;37;p9"/>
          <p:cNvSpPr txBox="1">
            <a:spLocks noGrp="1"/>
          </p:cNvSpPr>
          <p:nvPr>
            <p:ph type="body" idx="1"/>
          </p:nvPr>
        </p:nvSpPr>
        <p:spPr>
          <a:xfrm>
            <a:off x="144000" y="1584000"/>
            <a:ext cx="4778280" cy="504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marL="914400" lvl="1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marL="1371600" lvl="2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marL="1828800" lvl="3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marL="2286000" lvl="4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marL="2743200" lvl="5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marL="3200400" lvl="6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marL="3657600" lvl="7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marL="4114800" lvl="8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8" name="Google Shape;38;p9"/>
          <p:cNvSpPr txBox="1">
            <a:spLocks noGrp="1"/>
          </p:cNvSpPr>
          <p:nvPr>
            <p:ph type="body" idx="2"/>
          </p:nvPr>
        </p:nvSpPr>
        <p:spPr>
          <a:xfrm>
            <a:off x="5161680" y="1584000"/>
            <a:ext cx="4778280" cy="24037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marL="914400" lvl="1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marL="1371600" lvl="2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marL="1828800" lvl="3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marL="2286000" lvl="4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marL="2743200" lvl="5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marL="3200400" lvl="6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marL="3657600" lvl="7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marL="4114800" lvl="8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9" name="Google Shape;39;p9"/>
          <p:cNvSpPr txBox="1">
            <a:spLocks noGrp="1"/>
          </p:cNvSpPr>
          <p:nvPr>
            <p:ph type="body" idx="3"/>
          </p:nvPr>
        </p:nvSpPr>
        <p:spPr>
          <a:xfrm>
            <a:off x="5161680" y="4216320"/>
            <a:ext cx="4778280" cy="24037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marL="914400" lvl="1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marL="1371600" lvl="2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marL="1828800" lvl="3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marL="2286000" lvl="4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marL="2743200" lvl="5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marL="3200400" lvl="6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marL="3657600" lvl="7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marL="4114800" lvl="8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, 2 Content over Content" type="twoObjOverTx">
  <p:cSld name="TWO_OBJECTS_OVER_TEXT">
    <p:spTree>
      <p:nvGrpSpPr>
        <p:cNvPr id="1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10"/>
          <p:cNvSpPr txBox="1">
            <a:spLocks noGrp="1"/>
          </p:cNvSpPr>
          <p:nvPr>
            <p:ph type="title"/>
          </p:nvPr>
        </p:nvSpPr>
        <p:spPr>
          <a:xfrm>
            <a:off x="144000" y="157320"/>
            <a:ext cx="9792000" cy="12621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2" name="Google Shape;42;p10"/>
          <p:cNvSpPr txBox="1">
            <a:spLocks noGrp="1"/>
          </p:cNvSpPr>
          <p:nvPr>
            <p:ph type="body" idx="1"/>
          </p:nvPr>
        </p:nvSpPr>
        <p:spPr>
          <a:xfrm>
            <a:off x="144000" y="1584000"/>
            <a:ext cx="4778280" cy="24037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marL="914400" lvl="1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marL="1371600" lvl="2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marL="1828800" lvl="3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marL="2286000" lvl="4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marL="2743200" lvl="5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marL="3200400" lvl="6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marL="3657600" lvl="7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marL="4114800" lvl="8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3" name="Google Shape;43;p10"/>
          <p:cNvSpPr txBox="1">
            <a:spLocks noGrp="1"/>
          </p:cNvSpPr>
          <p:nvPr>
            <p:ph type="body" idx="2"/>
          </p:nvPr>
        </p:nvSpPr>
        <p:spPr>
          <a:xfrm>
            <a:off x="5161680" y="1584000"/>
            <a:ext cx="4778280" cy="24037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marL="914400" lvl="1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marL="1371600" lvl="2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marL="1828800" lvl="3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marL="2286000" lvl="4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marL="2743200" lvl="5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marL="3200400" lvl="6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marL="3657600" lvl="7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marL="4114800" lvl="8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4" name="Google Shape;44;p10"/>
          <p:cNvSpPr txBox="1">
            <a:spLocks noGrp="1"/>
          </p:cNvSpPr>
          <p:nvPr>
            <p:ph type="body" idx="3"/>
          </p:nvPr>
        </p:nvSpPr>
        <p:spPr>
          <a:xfrm>
            <a:off x="144000" y="4216320"/>
            <a:ext cx="9792000" cy="24037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marL="914400" lvl="1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marL="1371600" lvl="2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marL="1828800" lvl="3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marL="2286000" lvl="4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marL="2743200" lvl="5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marL="3200400" lvl="6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marL="3657600" lvl="7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marL="4114800" lvl="8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, Content over Content" type="objOverTx">
  <p:cSld name="OBJECT_OVER_TEXT">
    <p:spTree>
      <p:nvGrpSpPr>
        <p:cNvPr id="1" name="Shape 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Google Shape;46;p11"/>
          <p:cNvSpPr txBox="1">
            <a:spLocks noGrp="1"/>
          </p:cNvSpPr>
          <p:nvPr>
            <p:ph type="title"/>
          </p:nvPr>
        </p:nvSpPr>
        <p:spPr>
          <a:xfrm>
            <a:off x="144000" y="157320"/>
            <a:ext cx="9792000" cy="12621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7" name="Google Shape;47;p11"/>
          <p:cNvSpPr txBox="1">
            <a:spLocks noGrp="1"/>
          </p:cNvSpPr>
          <p:nvPr>
            <p:ph type="body" idx="1"/>
          </p:nvPr>
        </p:nvSpPr>
        <p:spPr>
          <a:xfrm>
            <a:off x="144000" y="1584000"/>
            <a:ext cx="9792000" cy="24037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marL="914400" lvl="1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marL="1371600" lvl="2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marL="1828800" lvl="3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marL="2286000" lvl="4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marL="2743200" lvl="5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marL="3200400" lvl="6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marL="3657600" lvl="7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marL="4114800" lvl="8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8" name="Google Shape;48;p11"/>
          <p:cNvSpPr txBox="1">
            <a:spLocks noGrp="1"/>
          </p:cNvSpPr>
          <p:nvPr>
            <p:ph type="body" idx="2"/>
          </p:nvPr>
        </p:nvSpPr>
        <p:spPr>
          <a:xfrm>
            <a:off x="144000" y="4216320"/>
            <a:ext cx="9792000" cy="24037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marL="914400" lvl="1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marL="1371600" lvl="2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marL="1828800" lvl="3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marL="2286000" lvl="4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marL="2743200" lvl="5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marL="3200400" lvl="6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marL="3657600" lvl="7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marL="4114800" lvl="8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, 4 Content" type="fourObj">
  <p:cSld name="FOUR_OBJECTS">
    <p:spTree>
      <p:nvGrpSpPr>
        <p:cNvPr id="1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12"/>
          <p:cNvSpPr txBox="1">
            <a:spLocks noGrp="1"/>
          </p:cNvSpPr>
          <p:nvPr>
            <p:ph type="title"/>
          </p:nvPr>
        </p:nvSpPr>
        <p:spPr>
          <a:xfrm>
            <a:off x="144000" y="157320"/>
            <a:ext cx="9792000" cy="12621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1" name="Google Shape;51;p12"/>
          <p:cNvSpPr txBox="1">
            <a:spLocks noGrp="1"/>
          </p:cNvSpPr>
          <p:nvPr>
            <p:ph type="body" idx="1"/>
          </p:nvPr>
        </p:nvSpPr>
        <p:spPr>
          <a:xfrm>
            <a:off x="144000" y="1584000"/>
            <a:ext cx="4778280" cy="24037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marL="914400" lvl="1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marL="1371600" lvl="2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marL="1828800" lvl="3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marL="2286000" lvl="4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marL="2743200" lvl="5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marL="3200400" lvl="6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marL="3657600" lvl="7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marL="4114800" lvl="8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2" name="Google Shape;52;p12"/>
          <p:cNvSpPr txBox="1">
            <a:spLocks noGrp="1"/>
          </p:cNvSpPr>
          <p:nvPr>
            <p:ph type="body" idx="2"/>
          </p:nvPr>
        </p:nvSpPr>
        <p:spPr>
          <a:xfrm>
            <a:off x="5161680" y="1584000"/>
            <a:ext cx="4778280" cy="24037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marL="914400" lvl="1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marL="1371600" lvl="2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marL="1828800" lvl="3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marL="2286000" lvl="4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marL="2743200" lvl="5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marL="3200400" lvl="6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marL="3657600" lvl="7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marL="4114800" lvl="8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3" name="Google Shape;53;p12"/>
          <p:cNvSpPr txBox="1">
            <a:spLocks noGrp="1"/>
          </p:cNvSpPr>
          <p:nvPr>
            <p:ph type="body" idx="3"/>
          </p:nvPr>
        </p:nvSpPr>
        <p:spPr>
          <a:xfrm>
            <a:off x="144000" y="4216320"/>
            <a:ext cx="4778280" cy="24037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marL="914400" lvl="1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marL="1371600" lvl="2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marL="1828800" lvl="3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marL="2286000" lvl="4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marL="2743200" lvl="5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marL="3200400" lvl="6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marL="3657600" lvl="7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marL="4114800" lvl="8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4" name="Google Shape;54;p12"/>
          <p:cNvSpPr txBox="1">
            <a:spLocks noGrp="1"/>
          </p:cNvSpPr>
          <p:nvPr>
            <p:ph type="body" idx="4"/>
          </p:nvPr>
        </p:nvSpPr>
        <p:spPr>
          <a:xfrm>
            <a:off x="5161680" y="4216320"/>
            <a:ext cx="4778280" cy="24037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marL="914400" lvl="1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marL="1371600" lvl="2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marL="1828800" lvl="3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marL="2286000" lvl="4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marL="2743200" lvl="5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marL="3200400" lvl="6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marL="3657600" lvl="7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marL="4114800" lvl="8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, 6 Content">
  <p:cSld name="Title, 6 Content">
    <p:spTree>
      <p:nvGrpSpPr>
        <p:cNvPr id="1" name="Shape 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Google Shape;56;p13"/>
          <p:cNvSpPr txBox="1">
            <a:spLocks noGrp="1"/>
          </p:cNvSpPr>
          <p:nvPr>
            <p:ph type="title"/>
          </p:nvPr>
        </p:nvSpPr>
        <p:spPr>
          <a:xfrm>
            <a:off x="144000" y="157320"/>
            <a:ext cx="9792000" cy="12621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7" name="Google Shape;57;p13"/>
          <p:cNvSpPr txBox="1">
            <a:spLocks noGrp="1"/>
          </p:cNvSpPr>
          <p:nvPr>
            <p:ph type="body" idx="1"/>
          </p:nvPr>
        </p:nvSpPr>
        <p:spPr>
          <a:xfrm>
            <a:off x="144000" y="1584000"/>
            <a:ext cx="3152880" cy="24037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marL="914400" lvl="1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marL="1371600" lvl="2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marL="1828800" lvl="3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marL="2286000" lvl="4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marL="2743200" lvl="5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marL="3200400" lvl="6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marL="3657600" lvl="7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marL="4114800" lvl="8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8" name="Google Shape;58;p13"/>
          <p:cNvSpPr txBox="1">
            <a:spLocks noGrp="1"/>
          </p:cNvSpPr>
          <p:nvPr>
            <p:ph type="body" idx="2"/>
          </p:nvPr>
        </p:nvSpPr>
        <p:spPr>
          <a:xfrm>
            <a:off x="3454920" y="1584000"/>
            <a:ext cx="3152880" cy="24037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marL="914400" lvl="1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marL="1371600" lvl="2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marL="1828800" lvl="3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marL="2286000" lvl="4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marL="2743200" lvl="5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marL="3200400" lvl="6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marL="3657600" lvl="7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marL="4114800" lvl="8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9" name="Google Shape;59;p13"/>
          <p:cNvSpPr txBox="1">
            <a:spLocks noGrp="1"/>
          </p:cNvSpPr>
          <p:nvPr>
            <p:ph type="body" idx="3"/>
          </p:nvPr>
        </p:nvSpPr>
        <p:spPr>
          <a:xfrm>
            <a:off x="6765840" y="1584000"/>
            <a:ext cx="3152880" cy="24037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marL="914400" lvl="1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marL="1371600" lvl="2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marL="1828800" lvl="3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marL="2286000" lvl="4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marL="2743200" lvl="5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marL="3200400" lvl="6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marL="3657600" lvl="7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marL="4114800" lvl="8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0" name="Google Shape;60;p13"/>
          <p:cNvSpPr txBox="1">
            <a:spLocks noGrp="1"/>
          </p:cNvSpPr>
          <p:nvPr>
            <p:ph type="body" idx="4"/>
          </p:nvPr>
        </p:nvSpPr>
        <p:spPr>
          <a:xfrm>
            <a:off x="144000" y="4216320"/>
            <a:ext cx="3152880" cy="24037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marL="914400" lvl="1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marL="1371600" lvl="2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marL="1828800" lvl="3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marL="2286000" lvl="4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marL="2743200" lvl="5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marL="3200400" lvl="6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marL="3657600" lvl="7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marL="4114800" lvl="8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1" name="Google Shape;61;p13"/>
          <p:cNvSpPr txBox="1">
            <a:spLocks noGrp="1"/>
          </p:cNvSpPr>
          <p:nvPr>
            <p:ph type="body" idx="5"/>
          </p:nvPr>
        </p:nvSpPr>
        <p:spPr>
          <a:xfrm>
            <a:off x="3454920" y="4216320"/>
            <a:ext cx="3152880" cy="24037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marL="914400" lvl="1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marL="1371600" lvl="2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marL="1828800" lvl="3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marL="2286000" lvl="4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marL="2743200" lvl="5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marL="3200400" lvl="6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marL="3657600" lvl="7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marL="4114800" lvl="8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2" name="Google Shape;62;p13"/>
          <p:cNvSpPr txBox="1">
            <a:spLocks noGrp="1"/>
          </p:cNvSpPr>
          <p:nvPr>
            <p:ph type="body" idx="6"/>
          </p:nvPr>
        </p:nvSpPr>
        <p:spPr>
          <a:xfrm>
            <a:off x="6765840" y="4216320"/>
            <a:ext cx="3152880" cy="24037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marL="914400" lvl="1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marL="1371600" lvl="2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marL="1828800" lvl="3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marL="2286000" lvl="4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marL="2743200" lvl="5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marL="3200400" lvl="6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marL="3657600" lvl="7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marL="4114800" lvl="8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slideLayout" Target="../slideLayouts/slideLayout12.xml"/><Relationship Id="rId13" Type="http://schemas.openxmlformats.org/officeDocument/2006/relationships/theme" Target="../theme/theme1.xml"/><Relationship Id="rId14" Type="http://schemas.openxmlformats.org/officeDocument/2006/relationships/image" Target="../media/image1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144000" y="157320"/>
            <a:ext cx="9792000" cy="12621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144000" y="1584000"/>
            <a:ext cx="9792000" cy="504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457200" marR="0" lvl="0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1pPr>
            <a:lvl2pPr marL="914400" marR="0" lvl="1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2pPr>
            <a:lvl3pPr marL="1371600" marR="0" lvl="2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3pPr>
            <a:lvl4pPr marL="1828800" marR="0" lvl="3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4pPr>
            <a:lvl5pPr marL="2286000" marR="0" lvl="4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5pPr>
            <a:lvl6pPr marL="2743200" marR="0" lvl="5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6pPr>
            <a:lvl7pPr marL="3200400" marR="0" lvl="6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7pPr>
            <a:lvl8pPr marL="3657600" marR="0" lvl="7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8pPr>
            <a:lvl9pPr marL="4114800" marR="0" lvl="8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9pPr>
          </a:lstStyle>
          <a:p>
            <a:endParaRPr/>
          </a:p>
        </p:txBody>
      </p:sp>
      <p:sp>
        <p:nvSpPr>
          <p:cNvPr id="8" name="Google Shape;8;p1"/>
          <p:cNvSpPr txBox="1">
            <a:spLocks noGrp="1"/>
          </p:cNvSpPr>
          <p:nvPr>
            <p:ph type="dt" idx="10"/>
          </p:nvPr>
        </p:nvSpPr>
        <p:spPr>
          <a:xfrm>
            <a:off x="2520000" y="6887160"/>
            <a:ext cx="1440000" cy="5212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9pPr>
          </a:lstStyle>
          <a:p>
            <a:endParaRPr/>
          </a:p>
        </p:txBody>
      </p:sp>
      <p:sp>
        <p:nvSpPr>
          <p:cNvPr id="9" name="Google Shape;9;p1"/>
          <p:cNvSpPr txBox="1">
            <a:spLocks noGrp="1"/>
          </p:cNvSpPr>
          <p:nvPr>
            <p:ph type="ftr" idx="11"/>
          </p:nvPr>
        </p:nvSpPr>
        <p:spPr>
          <a:xfrm>
            <a:off x="4104000" y="6887160"/>
            <a:ext cx="4608000" cy="5212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9pPr>
          </a:lstStyle>
          <a:p>
            <a:endParaRPr/>
          </a:p>
        </p:txBody>
      </p:sp>
      <p:sp>
        <p:nvSpPr>
          <p:cNvPr id="10" name="Google Shape;10;p1"/>
          <p:cNvSpPr txBox="1">
            <a:spLocks noGrp="1"/>
          </p:cNvSpPr>
          <p:nvPr>
            <p:ph type="sldNum" idx="12"/>
          </p:nvPr>
        </p:nvSpPr>
        <p:spPr>
          <a:xfrm>
            <a:off x="8856000" y="6887160"/>
            <a:ext cx="1079640" cy="5212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marL="0" marR="0" lvl="0" indent="0" algn="ctr" rtl="0">
              <a:spcBef>
                <a:spcPts val="0"/>
              </a:spcBef>
              <a:buNone/>
              <a:defRPr sz="1400" b="0" i="0" u="none" strike="noStrike" cap="none"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ctr" rtl="0">
              <a:spcBef>
                <a:spcPts val="0"/>
              </a:spcBef>
              <a:buNone/>
              <a:defRPr sz="1400" b="0" i="0" u="none" strike="noStrike" cap="none"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ctr" rtl="0">
              <a:spcBef>
                <a:spcPts val="0"/>
              </a:spcBef>
              <a:buNone/>
              <a:defRPr sz="1400" b="0" i="0" u="none" strike="noStrike" cap="none"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ctr" rtl="0">
              <a:spcBef>
                <a:spcPts val="0"/>
              </a:spcBef>
              <a:buNone/>
              <a:defRPr sz="1400" b="0" i="0" u="none" strike="noStrike" cap="none"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ctr" rtl="0">
              <a:spcBef>
                <a:spcPts val="0"/>
              </a:spcBef>
              <a:buNone/>
              <a:defRPr sz="1400" b="0" i="0" u="none" strike="noStrike" cap="none"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ctr" rtl="0">
              <a:spcBef>
                <a:spcPts val="0"/>
              </a:spcBef>
              <a:buNone/>
              <a:defRPr sz="1400" b="0" i="0" u="none" strike="noStrike" cap="none"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ctr" rtl="0">
              <a:spcBef>
                <a:spcPts val="0"/>
              </a:spcBef>
              <a:buNone/>
              <a:defRPr sz="1400" b="0" i="0" u="none" strike="noStrike" cap="none"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ctr" rtl="0">
              <a:spcBef>
                <a:spcPts val="0"/>
              </a:spcBef>
              <a:buNone/>
              <a:defRPr sz="1400" b="0" i="0" u="none" strike="noStrike" cap="none"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ctr" rtl="0">
              <a:spcBef>
                <a:spcPts val="0"/>
              </a:spcBef>
              <a:buNone/>
              <a:defRPr sz="1400" b="0" i="0" u="none" strike="noStrike" cap="none"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‹nº›</a:t>
            </a:fld>
            <a:endParaRPr/>
          </a:p>
        </p:txBody>
      </p:sp>
      <p:pic>
        <p:nvPicPr>
          <p:cNvPr id="11" name="Google Shape;11;p1"/>
          <p:cNvPicPr preferRelativeResize="0"/>
          <p:nvPr/>
        </p:nvPicPr>
        <p:blipFill rotWithShape="1">
          <a:blip r:embed="rId14">
            <a:alphaModFix/>
          </a:blip>
          <a:srcRect/>
          <a:stretch/>
        </p:blipFill>
        <p:spPr>
          <a:xfrm>
            <a:off x="144000" y="6769080"/>
            <a:ext cx="2275560" cy="646920"/>
          </a:xfrm>
          <a:prstGeom prst="rect">
            <a:avLst/>
          </a:prstGeom>
          <a:noFill/>
          <a:ln>
            <a:noFill/>
          </a:ln>
        </p:spPr>
      </p:pic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4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5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6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8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9.xml"/><Relationship Id="rId3" Type="http://schemas.openxmlformats.org/officeDocument/2006/relationships/image" Target="../media/image2.png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1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2.xml"/><Relationship Id="rId3" Type="http://schemas.openxmlformats.org/officeDocument/2006/relationships/image" Target="../media/image3.png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3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4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5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Google Shape;67;p14"/>
          <p:cNvSpPr txBox="1"/>
          <p:nvPr/>
        </p:nvSpPr>
        <p:spPr>
          <a:xfrm>
            <a:off x="144000" y="157320"/>
            <a:ext cx="9792000" cy="12621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4200" b="0" i="0" u="none" strike="noStrike" cap="none">
                <a:latin typeface="Arial"/>
                <a:ea typeface="Arial"/>
                <a:cs typeface="Arial"/>
                <a:sym typeface="Arial"/>
              </a:rPr>
              <a:t>Algoritmos e Programação de Computadores I</a:t>
            </a:r>
            <a:endParaRPr sz="4200" b="0" i="0" u="none" strike="noStrike" cap="none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8" name="Google Shape;68;p14"/>
          <p:cNvSpPr txBox="1"/>
          <p:nvPr/>
        </p:nvSpPr>
        <p:spPr>
          <a:xfrm>
            <a:off x="144000" y="1584000"/>
            <a:ext cx="9792000" cy="504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4400" b="1" i="0" u="none" strike="noStrike" cap="none" dirty="0">
                <a:latin typeface="Arial"/>
                <a:ea typeface="Arial"/>
                <a:cs typeface="Arial"/>
                <a:sym typeface="Arial"/>
              </a:rPr>
              <a:t>Tipos, Variáveis e Constantes em C</a:t>
            </a:r>
            <a:r>
              <a:rPr lang="pt-BR" sz="4400" b="1" dirty="0"/>
              <a:t/>
            </a:r>
            <a:r>
              <a:rPr lang="pt-BR" sz="4400" b="1" i="0" u="none" strike="noStrike" cap="none" dirty="0">
                <a:latin typeface="Arial"/>
                <a:ea typeface="Arial"/>
                <a:cs typeface="Arial"/>
                <a:sym typeface="Arial"/>
              </a:rPr>
              <a:t/>
            </a:r>
            <a:r>
              <a:rPr lang="pt-BR" sz="4400" b="1" dirty="0"/>
              <a:t/>
            </a:r>
            <a:endParaRPr sz="4400" b="0" i="0" u="none" strike="noStrike" cap="none" dirty="0">
              <a:latin typeface="Arial"/>
              <a:ea typeface="Arial"/>
              <a:cs typeface="Arial"/>
              <a:sym typeface="Arial"/>
            </a:endParaRPr>
          </a:p>
          <a:p>
            <a:r>
              <a:rPr>
                <a:latin typeface="Arial"/>
              </a:rPr>
              <a:t/>
            </a:r>
          </a:p>
          <a:p>
            <a:r>
              <a:rPr>
                <a:latin typeface="Arial"/>
              </a:rPr>
              <a:t/>
            </a:r>
          </a:p>
          <a:p>
            <a:r>
              <a:rPr>
                <a:latin typeface="Arial"/>
              </a:rPr>
              <a:t>Prof. Marcelo Farias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Google Shape;73;p15"/>
          <p:cNvSpPr txBox="1"/>
          <p:nvPr/>
        </p:nvSpPr>
        <p:spPr>
          <a:xfrm>
            <a:off x="144000" y="157320"/>
            <a:ext cx="9792000" cy="1262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4400" b="0" i="0" u="none" strike="noStrike" cap="none"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pt-BR" sz="4400"/>
              <a:t>Objetivos da Aula</a:t>
            </a:r>
            <a:endParaRPr sz="4400" b="0" strike="noStrike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4" name="Google Shape;74;p15"/>
          <p:cNvSpPr txBox="1"/>
          <p:nvPr/>
        </p:nvSpPr>
        <p:spPr>
          <a:xfrm>
            <a:off x="144000" y="1584000"/>
            <a:ext cx="9792000" cy="504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431999" marR="0" lvl="0" indent="-32400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40"/>
              <a:buFont typeface="Noto Sans Symbols"/>
              <a:buChar char="●"/>
            </a:pPr>
            <a:r>
              <a:rPr lang="pt-BR" sz="3200"/>
              <a:t>Reconhecer os tipos primitivos do C e seus modificadores.</a:t>
            </a:r>
            <a:r>
              <a:rPr lang="pt-BR" sz="3200" b="0" strike="noStrike">
                <a:latin typeface="Arial"/>
                <a:ea typeface="Arial"/>
                <a:cs typeface="Arial"/>
                <a:sym typeface="Arial"/>
              </a:rPr>
              <a:t/>
            </a:r>
            <a:endParaRPr sz="3200" b="0" strike="noStrike">
              <a:latin typeface="Arial"/>
              <a:ea typeface="Arial"/>
              <a:cs typeface="Arial"/>
              <a:sym typeface="Arial"/>
            </a:endParaRPr>
          </a:p>
          <a:p>
            <a:r>
              <a:t>Declarar, inicializar e nomear variáveis e constantes.</a:t>
            </a:r>
          </a:p>
          <a:p>
            <a:r>
              <a:t>Diferenciar conversão implícita e explícita de tipos.</a:t>
            </a:r>
          </a:p>
        </p:txBody>
      </p:sp>
      <p:sp>
        <p:nvSpPr>
          <p:cNvPr id="75" name="Google Shape;75;p15"/>
          <p:cNvSpPr txBox="1"/>
          <p:nvPr/>
        </p:nvSpPr>
        <p:spPr>
          <a:xfrm>
            <a:off x="2713375" y="6877725"/>
            <a:ext cx="6065100" cy="465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/>
              <a:t>Algoritmos e Programação de Computadores I</a:t>
            </a:r>
            <a:endParaRPr/>
          </a:p>
        </p:txBody>
      </p:sp>
      <p:sp>
        <p:nvSpPr>
          <p:cNvPr id="76" name="Google Shape;76;p15"/>
          <p:cNvSpPr txBox="1">
            <a:spLocks noGrp="1"/>
          </p:cNvSpPr>
          <p:nvPr>
            <p:ph type="sldNum" idx="12"/>
          </p:nvPr>
        </p:nvSpPr>
        <p:spPr>
          <a:xfrm>
            <a:off x="9433260" y="6981108"/>
            <a:ext cx="604800" cy="5787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2</a:t>
            </a:fld>
            <a:r>
              <a:rPr sz="1200"/>
              <a:t>2</a:t>
            </a:r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6"/>
          <p:cNvSpPr txBox="1"/>
          <p:nvPr/>
        </p:nvSpPr>
        <p:spPr>
          <a:xfrm>
            <a:off x="144000" y="157320"/>
            <a:ext cx="9792000" cy="12621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4400" b="0" i="0" u="none" strike="noStrike" cap="none">
                <a:latin typeface="Arial"/>
                <a:ea typeface="Arial"/>
                <a:cs typeface="Arial"/>
                <a:sym typeface="Arial"/>
              </a:rPr>
              <a:t> Tipos Primitivos</a:t>
            </a:r>
            <a:endParaRPr sz="4400" b="0" strike="noStrike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2" name="Google Shape;82;p16"/>
          <p:cNvSpPr txBox="1"/>
          <p:nvPr/>
        </p:nvSpPr>
        <p:spPr>
          <a:xfrm>
            <a:off x="144000" y="1584000"/>
            <a:ext cx="9792000" cy="504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432000" marR="0" lvl="0" indent="-32400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40"/>
              <a:buFont typeface="Noto Sans Symbols"/>
              <a:buChar char="●"/>
            </a:pPr>
            <a:r>
              <a:rPr lang="pt-BR" sz="3200" b="0" strike="noStrike">
                <a:latin typeface="Arial"/>
                <a:ea typeface="Arial"/>
                <a:cs typeface="Arial"/>
                <a:sym typeface="Arial"/>
              </a:rPr>
              <a:t>Tipos de dados básicos suportados pela linguagem.</a:t>
            </a:r>
            <a:endParaRPr sz="3200" b="0" strike="noStrike">
              <a:latin typeface="Arial"/>
              <a:ea typeface="Arial"/>
              <a:cs typeface="Arial"/>
              <a:sym typeface="Arial"/>
            </a:endParaRPr>
          </a:p>
          <a:p>
            <a:pPr marL="432000" marR="0" lvl="0" indent="-324000" algn="l" rtl="0">
              <a:spcBef>
                <a:spcPts val="1417"/>
              </a:spcBef>
              <a:spcAft>
                <a:spcPts val="0"/>
              </a:spcAft>
              <a:buClr>
                <a:srgbClr val="000000"/>
              </a:buClr>
              <a:buSzPts val="1440"/>
              <a:buFont typeface="Noto Sans Symbols"/>
              <a:buChar char="●"/>
            </a:pPr>
            <a:r>
              <a:rPr lang="pt-BR" sz="3200" b="0" strike="noStrike">
                <a:latin typeface="Arial"/>
                <a:ea typeface="Arial"/>
                <a:cs typeface="Arial"/>
                <a:sym typeface="Arial"/>
              </a:rPr>
              <a:t>São os mais simples possível, por exemplo, um caractere, um número ou um valor lógico.</a:t>
            </a:r>
            <a:endParaRPr sz="3200" b="0" strike="noStrike">
              <a:latin typeface="Arial"/>
              <a:ea typeface="Arial"/>
              <a:cs typeface="Arial"/>
              <a:sym typeface="Arial"/>
            </a:endParaRPr>
          </a:p>
          <a:p>
            <a:pPr marL="432000" marR="0" lvl="0" indent="-324000" algn="l" rtl="0">
              <a:spcBef>
                <a:spcPts val="1417"/>
              </a:spcBef>
              <a:spcAft>
                <a:spcPts val="0"/>
              </a:spcAft>
              <a:buClr>
                <a:srgbClr val="000000"/>
              </a:buClr>
              <a:buSzPts val="1440"/>
              <a:buFont typeface="Noto Sans Symbols"/>
              <a:buChar char="●"/>
            </a:pPr>
            <a:r>
              <a:rPr lang="pt-BR" sz="3200" b="0" strike="noStrike">
                <a:latin typeface="Arial"/>
                <a:ea typeface="Arial"/>
                <a:cs typeface="Arial"/>
                <a:sym typeface="Arial"/>
              </a:rPr>
              <a:t>Servem de base para criação de tipos compostos.</a:t>
            </a:r>
            <a:endParaRPr sz="3200" b="0" strike="noStrike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3" name="Google Shape;83;p16"/>
          <p:cNvSpPr txBox="1"/>
          <p:nvPr/>
        </p:nvSpPr>
        <p:spPr>
          <a:xfrm>
            <a:off x="2713375" y="6877725"/>
            <a:ext cx="6065100" cy="465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/>
              <a:t>Algoritmos e Programação de Computadores I</a:t>
            </a:r>
            <a:endParaRPr/>
          </a:p>
        </p:txBody>
      </p:sp>
      <p:sp>
        <p:nvSpPr>
          <p:cNvPr id="84" name="Google Shape;84;p16"/>
          <p:cNvSpPr txBox="1">
            <a:spLocks noGrp="1"/>
          </p:cNvSpPr>
          <p:nvPr>
            <p:ph type="sldNum" idx="12"/>
          </p:nvPr>
        </p:nvSpPr>
        <p:spPr>
          <a:xfrm>
            <a:off x="9433260" y="6981108"/>
            <a:ext cx="604800" cy="5787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3</a:t>
            </a:fld>
            <a:r>
              <a:rPr sz="1200"/>
              <a:t>3</a:t>
            </a:r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Google Shape;89;p17"/>
          <p:cNvSpPr txBox="1"/>
          <p:nvPr/>
        </p:nvSpPr>
        <p:spPr>
          <a:xfrm>
            <a:off x="144000" y="157320"/>
            <a:ext cx="9792000" cy="12621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4400" b="0" strike="noStrike">
                <a:latin typeface="Arial"/>
                <a:ea typeface="Arial"/>
                <a:cs typeface="Arial"/>
                <a:sym typeface="Arial"/>
              </a:rPr>
              <a:t> Tipos Primitivos no ANSI C</a:t>
            </a:r>
            <a:endParaRPr sz="4400" b="0" strike="noStrike">
              <a:latin typeface="Arial"/>
              <a:ea typeface="Arial"/>
              <a:cs typeface="Arial"/>
              <a:sym typeface="Arial"/>
            </a:endParaRPr>
          </a:p>
        </p:txBody>
      </p:sp>
      <p:graphicFrame>
        <p:nvGraphicFramePr>
          <p:cNvPr id="90" name="Google Shape;90;p17"/>
          <p:cNvGraphicFramePr/>
          <p:nvPr/>
        </p:nvGraphicFramePr>
        <p:xfrm>
          <a:off x="405360" y="1584000"/>
          <a:ext cx="9269650" cy="2895650"/>
        </p:xfrm>
        <a:graphic>
          <a:graphicData uri="http://schemas.openxmlformats.org/drawingml/2006/table">
            <a:tbl>
              <a:tblPr>
                <a:noFill/>
                <a:tableStyleId>{1D256A9D-A1DA-4847-989C-4C4989DC4989}</a:tableStyleId>
              </a:tblPr>
              <a:tblGrid>
                <a:gridCol w="221652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05312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549725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3200" b="0" u="none" strike="noStrike" cap="none">
                          <a:latin typeface="Arial"/>
                          <a:ea typeface="Arial"/>
                          <a:cs typeface="Arial"/>
                          <a:sym typeface="Arial"/>
                        </a:rPr>
                        <a:t>char</a:t>
                      </a:r>
                      <a:endParaRPr sz="3200" b="0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90000" marR="90000" marT="45725" marB="45725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3200" b="0" strike="noStrike">
                          <a:latin typeface="Arial"/>
                          <a:ea typeface="Arial"/>
                          <a:cs typeface="Arial"/>
                          <a:sym typeface="Arial"/>
                        </a:rPr>
                        <a:t>caractere</a:t>
                      </a:r>
                      <a:endParaRPr sz="3200" b="0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90000" marR="90000" marT="45725" marB="45725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49725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3200" b="0" strike="noStrike">
                          <a:latin typeface="Arial"/>
                          <a:ea typeface="Arial"/>
                          <a:cs typeface="Arial"/>
                          <a:sym typeface="Arial"/>
                        </a:rPr>
                        <a:t>int</a:t>
                      </a:r>
                      <a:endParaRPr sz="3200" b="0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90000" marR="90000" marT="45725" marB="45725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3200" b="0" strike="noStrike">
                          <a:latin typeface="Arial"/>
                          <a:ea typeface="Arial"/>
                          <a:cs typeface="Arial"/>
                          <a:sym typeface="Arial"/>
                        </a:rPr>
                        <a:t>inteiro</a:t>
                      </a:r>
                      <a:endParaRPr sz="3200" b="0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90000" marR="90000" marT="45725" marB="45725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49725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3200" b="0" strike="noStrike">
                          <a:latin typeface="Arial"/>
                          <a:ea typeface="Arial"/>
                          <a:cs typeface="Arial"/>
                          <a:sym typeface="Arial"/>
                        </a:rPr>
                        <a:t>float</a:t>
                      </a:r>
                      <a:endParaRPr sz="3200" b="0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90000" marR="90000" marT="45725" marB="45725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3200" b="0" strike="noStrike">
                          <a:latin typeface="Arial"/>
                          <a:ea typeface="Arial"/>
                          <a:cs typeface="Arial"/>
                          <a:sym typeface="Arial"/>
                        </a:rPr>
                        <a:t>ponto flutuante</a:t>
                      </a:r>
                      <a:endParaRPr sz="3200" b="0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90000" marR="90000" marT="45725" marB="45725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49725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3200" b="0" strike="noStrike">
                          <a:latin typeface="Arial"/>
                          <a:ea typeface="Arial"/>
                          <a:cs typeface="Arial"/>
                          <a:sym typeface="Arial"/>
                        </a:rPr>
                        <a:t>double</a:t>
                      </a:r>
                      <a:endParaRPr sz="3200" b="0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90000" marR="90000" marT="45725" marB="45725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3200" b="0" strike="noStrike">
                          <a:latin typeface="Arial"/>
                          <a:ea typeface="Arial"/>
                          <a:cs typeface="Arial"/>
                          <a:sym typeface="Arial"/>
                        </a:rPr>
                        <a:t>ponto flutuante de precisão dupla</a:t>
                      </a:r>
                      <a:endParaRPr sz="3200" b="0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90000" marR="90000" marT="45725" marB="45725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49725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3200" b="0" strike="noStrike">
                          <a:latin typeface="Arial"/>
                          <a:ea typeface="Arial"/>
                          <a:cs typeface="Arial"/>
                          <a:sym typeface="Arial"/>
                        </a:rPr>
                        <a:t>void</a:t>
                      </a:r>
                      <a:endParaRPr sz="3200" b="0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90000" marR="90000" marT="45725" marB="45725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3200" b="0" strike="noStrike">
                          <a:latin typeface="Arial"/>
                          <a:ea typeface="Arial"/>
                          <a:cs typeface="Arial"/>
                          <a:sym typeface="Arial"/>
                        </a:rPr>
                        <a:t>sem valor</a:t>
                      </a:r>
                      <a:endParaRPr sz="3200" b="0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90000" marR="90000" marT="45725" marB="45725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91" name="Google Shape;91;p17"/>
          <p:cNvSpPr txBox="1"/>
          <p:nvPr/>
        </p:nvSpPr>
        <p:spPr>
          <a:xfrm>
            <a:off x="2713375" y="6877725"/>
            <a:ext cx="6065100" cy="465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/>
              <a:t>Algoritmos e Programação de Computadores I</a:t>
            </a:r>
            <a:endParaRPr/>
          </a:p>
        </p:txBody>
      </p:sp>
      <p:sp>
        <p:nvSpPr>
          <p:cNvPr id="92" name="Google Shape;92;p17"/>
          <p:cNvSpPr txBox="1">
            <a:spLocks noGrp="1"/>
          </p:cNvSpPr>
          <p:nvPr>
            <p:ph type="sldNum" idx="12"/>
          </p:nvPr>
        </p:nvSpPr>
        <p:spPr>
          <a:xfrm>
            <a:off x="9433260" y="6981108"/>
            <a:ext cx="604800" cy="5787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4</a:t>
            </a:fld>
            <a:r>
              <a:rPr sz="1200"/>
              <a:t>4</a:t>
            </a:r>
            <a:endParaRPr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" name="Google Shape;97;p18"/>
          <p:cNvSpPr txBox="1"/>
          <p:nvPr/>
        </p:nvSpPr>
        <p:spPr>
          <a:xfrm>
            <a:off x="144000" y="157320"/>
            <a:ext cx="9792000" cy="12621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4400" b="0" strike="noStrike">
                <a:latin typeface="Arial"/>
                <a:ea typeface="Arial"/>
                <a:cs typeface="Arial"/>
                <a:sym typeface="Arial"/>
              </a:rPr>
              <a:t> Char</a:t>
            </a:r>
            <a:endParaRPr sz="4400" b="0" strike="noStrike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8" name="Google Shape;98;p18"/>
          <p:cNvSpPr txBox="1"/>
          <p:nvPr/>
        </p:nvSpPr>
        <p:spPr>
          <a:xfrm>
            <a:off x="144000" y="1584000"/>
            <a:ext cx="9792000" cy="504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432000" marR="0" lvl="0" indent="-32400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40"/>
              <a:buFont typeface="Noto Sans Symbols"/>
              <a:buChar char="●"/>
            </a:pPr>
            <a:r>
              <a:rPr lang="pt-BR" sz="3200" b="0" strike="noStrike">
                <a:latin typeface="Arial"/>
                <a:ea typeface="Arial"/>
                <a:cs typeface="Arial"/>
                <a:sym typeface="Arial"/>
              </a:rPr>
              <a:t>Representa um </a:t>
            </a:r>
            <a:r>
              <a:rPr lang="pt-BR" sz="3200"/>
              <a:t>caractere</a:t>
            </a:r>
            <a:r>
              <a:rPr lang="pt-BR" sz="3200" b="0" strike="noStrike">
                <a:latin typeface="Arial"/>
                <a:ea typeface="Arial"/>
                <a:cs typeface="Arial"/>
                <a:sym typeface="Arial"/>
              </a:rPr>
              <a:t> alfanumérico.</a:t>
            </a:r>
            <a:endParaRPr sz="3200" b="0" strike="noStrike">
              <a:latin typeface="Arial"/>
              <a:ea typeface="Arial"/>
              <a:cs typeface="Arial"/>
              <a:sym typeface="Arial"/>
            </a:endParaRPr>
          </a:p>
          <a:p>
            <a:pPr marL="431999" marR="0" lvl="0" indent="-324000" algn="l" rtl="0">
              <a:spcBef>
                <a:spcPts val="1417"/>
              </a:spcBef>
              <a:spcAft>
                <a:spcPts val="0"/>
              </a:spcAft>
              <a:buSzPts val="1440"/>
              <a:buFont typeface="Noto Sans Symbols"/>
              <a:buChar char="●"/>
            </a:pPr>
            <a:r>
              <a:rPr lang="pt-BR" sz="3200"/>
              <a:t>Valor deve ser definido entre aspas simples ' .</a:t>
            </a:r>
            <a:endParaRPr sz="3200"/>
          </a:p>
          <a:p>
            <a:pPr marL="431999" marR="0" lvl="0" indent="-324000" algn="l" rtl="0">
              <a:spcBef>
                <a:spcPts val="1417"/>
              </a:spcBef>
              <a:spcAft>
                <a:spcPts val="0"/>
              </a:spcAft>
              <a:buSzPts val="1440"/>
              <a:buFont typeface="Noto Sans Symbols"/>
              <a:buChar char="●"/>
            </a:pPr>
            <a:r>
              <a:rPr lang="pt-BR" sz="3200"/>
              <a:t>Caracteres especiais iniciam com barra invertida \ .</a:t>
            </a:r>
            <a:endParaRPr sz="3200"/>
          </a:p>
          <a:p>
            <a:pPr marL="432000" marR="0" lvl="0" indent="-324000" algn="l" rtl="0">
              <a:spcBef>
                <a:spcPts val="1417"/>
              </a:spcBef>
              <a:spcAft>
                <a:spcPts val="0"/>
              </a:spcAft>
              <a:buClr>
                <a:srgbClr val="000000"/>
              </a:buClr>
              <a:buSzPts val="1440"/>
              <a:buFont typeface="Noto Sans Symbols"/>
              <a:buChar char="●"/>
            </a:pPr>
            <a:r>
              <a:rPr lang="pt-BR" sz="3200" b="0" strike="noStrike">
                <a:latin typeface="Arial"/>
                <a:ea typeface="Arial"/>
                <a:cs typeface="Arial"/>
                <a:sym typeface="Arial"/>
              </a:rPr>
              <a:t>Ocupa </a:t>
            </a:r>
            <a:r>
              <a:rPr lang="pt-BR" sz="3200"/>
              <a:t>sempre</a:t>
            </a:r>
            <a:r>
              <a:rPr lang="pt-BR" sz="3200" b="0" strike="noStrike">
                <a:latin typeface="Arial"/>
                <a:ea typeface="Arial"/>
                <a:cs typeface="Arial"/>
                <a:sym typeface="Arial"/>
              </a:rPr>
              <a:t> 1 byte.</a:t>
            </a:r>
            <a:endParaRPr sz="3200" b="0" strike="noStrike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9" name="Google Shape;99;p18"/>
          <p:cNvSpPr txBox="1"/>
          <p:nvPr/>
        </p:nvSpPr>
        <p:spPr>
          <a:xfrm>
            <a:off x="2713375" y="6877725"/>
            <a:ext cx="6065100" cy="465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/>
              <a:t>Algoritmos e Programação de Computadores I</a:t>
            </a:r>
            <a:endParaRPr/>
          </a:p>
        </p:txBody>
      </p:sp>
      <p:sp>
        <p:nvSpPr>
          <p:cNvPr id="100" name="Google Shape;100;p18"/>
          <p:cNvSpPr txBox="1">
            <a:spLocks noGrp="1"/>
          </p:cNvSpPr>
          <p:nvPr>
            <p:ph type="sldNum" idx="12"/>
          </p:nvPr>
        </p:nvSpPr>
        <p:spPr>
          <a:xfrm>
            <a:off x="9433260" y="6981108"/>
            <a:ext cx="604800" cy="5787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5</a:t>
            </a:fld>
            <a:r>
              <a:rPr sz="1200"/>
              <a:t>5</a:t>
            </a:r>
            <a:endParaRPr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Google Shape;105;p19"/>
          <p:cNvSpPr txBox="1"/>
          <p:nvPr/>
        </p:nvSpPr>
        <p:spPr>
          <a:xfrm>
            <a:off x="144000" y="157320"/>
            <a:ext cx="9792000" cy="1262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4400" b="0" strike="noStrike">
                <a:latin typeface="Arial"/>
                <a:ea typeface="Arial"/>
                <a:cs typeface="Arial"/>
                <a:sym typeface="Arial"/>
              </a:rPr>
              <a:t> Exemplo</a:t>
            </a:r>
            <a:r>
              <a:rPr lang="pt-BR" sz="4400"/>
              <a:t> de Valores </a:t>
            </a:r>
            <a:r>
              <a:rPr lang="pt-BR" sz="4400" b="0" strike="noStrike">
                <a:latin typeface="Arial"/>
                <a:ea typeface="Arial"/>
                <a:cs typeface="Arial"/>
                <a:sym typeface="Arial"/>
              </a:rPr>
              <a:t>C</a:t>
            </a:r>
            <a:r>
              <a:rPr lang="pt-BR" sz="4400"/>
              <a:t>aracteres</a:t>
            </a:r>
            <a:endParaRPr sz="4400" b="0" strike="noStrike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6" name="Google Shape;106;p19"/>
          <p:cNvSpPr txBox="1"/>
          <p:nvPr/>
        </p:nvSpPr>
        <p:spPr>
          <a:xfrm>
            <a:off x="2713375" y="6877725"/>
            <a:ext cx="6065100" cy="465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/>
              <a:t>Algoritmos e Programação de Computadores I</a:t>
            </a:r>
            <a:endParaRPr/>
          </a:p>
        </p:txBody>
      </p:sp>
      <p:sp>
        <p:nvSpPr>
          <p:cNvPr id="107" name="Google Shape;107;p19"/>
          <p:cNvSpPr txBox="1"/>
          <p:nvPr/>
        </p:nvSpPr>
        <p:spPr>
          <a:xfrm>
            <a:off x="144000" y="1584000"/>
            <a:ext cx="9792000" cy="504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18000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2600"/>
              <a:t>'a'		letra a</a:t>
            </a:r>
            <a:endParaRPr sz="2600" b="0" strike="noStrike">
              <a:latin typeface="Arial"/>
              <a:ea typeface="Arial"/>
              <a:cs typeface="Arial"/>
              <a:sym typeface="Arial"/>
            </a:endParaRPr>
          </a:p>
          <a:p>
            <a:pPr marL="180000" lvl="0" indent="0" algn="l" rtl="0">
              <a:spcBef>
                <a:spcPts val="1417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pt-BR" sz="2600">
                <a:solidFill>
                  <a:schemeClr val="dk1"/>
                </a:solidFill>
              </a:rPr>
              <a:t>"a" 		</a:t>
            </a:r>
            <a:r>
              <a:rPr lang="pt-BR" sz="2600">
                <a:solidFill>
                  <a:srgbClr val="FF0000"/>
                </a:solidFill>
              </a:rPr>
              <a:t>// não é um caractere, e sim uma string</a:t>
            </a:r>
            <a:endParaRPr sz="2600"/>
          </a:p>
          <a:p>
            <a:pPr marL="180000" marR="0" lvl="0" indent="0" algn="l" rtl="0">
              <a:spcBef>
                <a:spcPts val="1417"/>
              </a:spcBef>
              <a:spcAft>
                <a:spcPts val="0"/>
              </a:spcAft>
              <a:buNone/>
            </a:pPr>
            <a:r>
              <a:rPr lang="pt-BR" sz="2600"/>
              <a:t>'('			abre parênteses</a:t>
            </a:r>
            <a:endParaRPr sz="2600"/>
          </a:p>
          <a:p>
            <a:pPr marL="180000" marR="0" lvl="0" indent="0" algn="l" rtl="0">
              <a:spcBef>
                <a:spcPts val="1417"/>
              </a:spcBef>
              <a:spcAft>
                <a:spcPts val="0"/>
              </a:spcAft>
              <a:buNone/>
            </a:pPr>
            <a:r>
              <a:rPr lang="pt-BR" sz="2600"/>
              <a:t>'\''		aspa simples</a:t>
            </a:r>
            <a:endParaRPr sz="2600"/>
          </a:p>
          <a:p>
            <a:pPr marL="180000" marR="0" lvl="0" indent="0" algn="l" rtl="0">
              <a:spcBef>
                <a:spcPts val="1417"/>
              </a:spcBef>
              <a:spcAft>
                <a:spcPts val="0"/>
              </a:spcAft>
              <a:buNone/>
            </a:pPr>
            <a:r>
              <a:rPr lang="pt-BR" sz="2600"/>
              <a:t>'\\'		barra invertida</a:t>
            </a:r>
            <a:endParaRPr sz="2600"/>
          </a:p>
          <a:p>
            <a:pPr marL="180000" marR="0" lvl="0" indent="0" algn="l" rtl="0">
              <a:spcBef>
                <a:spcPts val="1417"/>
              </a:spcBef>
              <a:spcAft>
                <a:spcPts val="0"/>
              </a:spcAft>
              <a:buNone/>
            </a:pPr>
            <a:r>
              <a:rPr lang="pt-BR" sz="2600"/>
              <a:t>'\n'		nova linha</a:t>
            </a:r>
            <a:endParaRPr sz="2600"/>
          </a:p>
          <a:p>
            <a:pPr marL="180000" marR="0" lvl="0" indent="0" algn="l" rtl="0">
              <a:spcBef>
                <a:spcPts val="1417"/>
              </a:spcBef>
              <a:spcAft>
                <a:spcPts val="0"/>
              </a:spcAft>
              <a:buNone/>
            </a:pPr>
            <a:r>
              <a:rPr lang="pt-BR" sz="2600"/>
              <a:t>'\t'		tabulação</a:t>
            </a:r>
            <a:endParaRPr sz="2600"/>
          </a:p>
          <a:p>
            <a:pPr marL="180000" marR="0" lvl="0" indent="0" algn="l" rtl="0">
              <a:spcBef>
                <a:spcPts val="1417"/>
              </a:spcBef>
              <a:spcAft>
                <a:spcPts val="0"/>
              </a:spcAft>
              <a:buNone/>
            </a:pPr>
            <a:r>
              <a:rPr lang="pt-BR" sz="2600"/>
              <a:t>'\0'		nulo</a:t>
            </a:r>
            <a:endParaRPr sz="2600"/>
          </a:p>
        </p:txBody>
      </p:sp>
      <p:sp>
        <p:nvSpPr>
          <p:cNvPr id="108" name="Google Shape;108;p19"/>
          <p:cNvSpPr txBox="1">
            <a:spLocks noGrp="1"/>
          </p:cNvSpPr>
          <p:nvPr>
            <p:ph type="sldNum" idx="12"/>
          </p:nvPr>
        </p:nvSpPr>
        <p:spPr>
          <a:xfrm>
            <a:off x="9433260" y="6981108"/>
            <a:ext cx="604800" cy="5787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6</a:t>
            </a:fld>
            <a:r>
              <a:rPr sz="1200"/>
              <a:t>6</a:t>
            </a:r>
            <a:endParaRPr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" name="Google Shape;113;p20"/>
          <p:cNvSpPr txBox="1"/>
          <p:nvPr/>
        </p:nvSpPr>
        <p:spPr>
          <a:xfrm>
            <a:off x="144000" y="157320"/>
            <a:ext cx="9792000" cy="12621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4400" b="0" strike="noStrike">
                <a:latin typeface="Arial"/>
                <a:ea typeface="Arial"/>
                <a:cs typeface="Arial"/>
                <a:sym typeface="Arial"/>
              </a:rPr>
              <a:t> Int</a:t>
            </a:r>
            <a:endParaRPr sz="4400" b="0" strike="noStrike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4" name="Google Shape;114;p20"/>
          <p:cNvSpPr txBox="1"/>
          <p:nvPr/>
        </p:nvSpPr>
        <p:spPr>
          <a:xfrm>
            <a:off x="144000" y="1584000"/>
            <a:ext cx="9792000" cy="504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432000" marR="0" lvl="0" indent="-32400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40"/>
              <a:buFont typeface="Noto Sans Symbols"/>
              <a:buChar char="●"/>
            </a:pPr>
            <a:r>
              <a:rPr lang="pt-BR" sz="3200" b="0" strike="noStrike">
                <a:latin typeface="Arial"/>
                <a:ea typeface="Arial"/>
                <a:cs typeface="Arial"/>
                <a:sym typeface="Arial"/>
              </a:rPr>
              <a:t>Representa os números inteiros, positivos e negativos.</a:t>
            </a:r>
            <a:endParaRPr sz="3200" b="0" strike="noStrike">
              <a:latin typeface="Arial"/>
              <a:ea typeface="Arial"/>
              <a:cs typeface="Arial"/>
              <a:sym typeface="Arial"/>
            </a:endParaRPr>
          </a:p>
          <a:p>
            <a:pPr marL="431999" marR="0" lvl="0" indent="-324000" algn="l" rtl="0">
              <a:spcBef>
                <a:spcPts val="1417"/>
              </a:spcBef>
              <a:spcAft>
                <a:spcPts val="0"/>
              </a:spcAft>
              <a:buSzPts val="1440"/>
              <a:buFont typeface="Noto Sans Symbols"/>
              <a:buChar char="●"/>
            </a:pPr>
            <a:r>
              <a:rPr lang="pt-BR" sz="3200"/>
              <a:t>Valor pode ser definido em decimal, octal com prefixo </a:t>
            </a:r>
            <a:r>
              <a:rPr lang="pt-BR" sz="3200" b="1"/>
              <a:t>0</a:t>
            </a:r>
            <a:r>
              <a:rPr lang="pt-BR" sz="3200"/>
              <a:t> ou hexadecimal com prefixo </a:t>
            </a:r>
            <a:r>
              <a:rPr lang="pt-BR" sz="3200" b="1"/>
              <a:t>0x</a:t>
            </a:r>
            <a:r>
              <a:rPr lang="pt-BR" sz="3200"/>
              <a:t>.</a:t>
            </a:r>
            <a:endParaRPr sz="3200"/>
          </a:p>
          <a:p>
            <a:pPr marL="431999" marR="0" lvl="0" indent="-324000" algn="l" rtl="0">
              <a:spcBef>
                <a:spcPts val="1417"/>
              </a:spcBef>
              <a:spcAft>
                <a:spcPts val="0"/>
              </a:spcAft>
              <a:buClr>
                <a:srgbClr val="000000"/>
              </a:buClr>
              <a:buSzPts val="1440"/>
              <a:buFont typeface="Noto Sans Symbols"/>
              <a:buChar char="●"/>
            </a:pPr>
            <a:r>
              <a:rPr lang="pt-BR" sz="3200"/>
              <a:t>Pode conter um sufixo </a:t>
            </a:r>
            <a:r>
              <a:rPr lang="pt-BR" sz="3200" b="1"/>
              <a:t>U</a:t>
            </a:r>
            <a:r>
              <a:rPr lang="pt-BR" sz="3200"/>
              <a:t> ou </a:t>
            </a:r>
            <a:r>
              <a:rPr lang="pt-BR" sz="3200" b="1"/>
              <a:t>u</a:t>
            </a:r>
            <a:r>
              <a:rPr lang="pt-BR" sz="3200"/>
              <a:t> para indicar sem sinal, ou </a:t>
            </a:r>
            <a:r>
              <a:rPr lang="pt-BR" sz="3200" b="1"/>
              <a:t>L</a:t>
            </a:r>
            <a:r>
              <a:rPr lang="pt-BR" sz="3200"/>
              <a:t> ou </a:t>
            </a:r>
            <a:r>
              <a:rPr lang="pt-BR" sz="3200" b="1"/>
              <a:t>l</a:t>
            </a:r>
            <a:r>
              <a:rPr lang="pt-BR" sz="3200"/>
              <a:t> para longo.</a:t>
            </a:r>
            <a:endParaRPr sz="3200"/>
          </a:p>
          <a:p>
            <a:pPr marL="432000" marR="0" lvl="0" indent="-324000" algn="l" rtl="0">
              <a:spcBef>
                <a:spcPts val="1417"/>
              </a:spcBef>
              <a:spcAft>
                <a:spcPts val="0"/>
              </a:spcAft>
              <a:buClr>
                <a:srgbClr val="000000"/>
              </a:buClr>
              <a:buSzPts val="1440"/>
              <a:buFont typeface="Noto Sans Symbols"/>
              <a:buChar char="●"/>
            </a:pPr>
            <a:r>
              <a:rPr lang="pt-BR" sz="3200"/>
              <a:t>Ocupa geralmente 4</a:t>
            </a:r>
            <a:r>
              <a:rPr lang="pt-BR" sz="3200" b="0" strike="noStrike">
                <a:latin typeface="Arial"/>
                <a:ea typeface="Arial"/>
                <a:cs typeface="Arial"/>
                <a:sym typeface="Arial"/>
              </a:rPr>
              <a:t> bytes.</a:t>
            </a:r>
            <a:endParaRPr sz="3200" b="0" strike="noStrike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5" name="Google Shape;115;p20"/>
          <p:cNvSpPr txBox="1"/>
          <p:nvPr/>
        </p:nvSpPr>
        <p:spPr>
          <a:xfrm>
            <a:off x="2713375" y="6877725"/>
            <a:ext cx="6065100" cy="465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/>
              <a:t>Algoritmos e Programação de Computadores I</a:t>
            </a:r>
            <a:endParaRPr/>
          </a:p>
        </p:txBody>
      </p:sp>
      <p:sp>
        <p:nvSpPr>
          <p:cNvPr id="116" name="Google Shape;116;p20"/>
          <p:cNvSpPr txBox="1">
            <a:spLocks noGrp="1"/>
          </p:cNvSpPr>
          <p:nvPr>
            <p:ph type="sldNum" idx="12"/>
          </p:nvPr>
        </p:nvSpPr>
        <p:spPr>
          <a:xfrm>
            <a:off x="9433260" y="6981108"/>
            <a:ext cx="604800" cy="5787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7</a:t>
            </a:fld>
            <a:r>
              <a:rPr sz="1200"/>
              <a:t>7</a:t>
            </a:r>
            <a:endParaRPr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" name="Google Shape;121;p21"/>
          <p:cNvSpPr txBox="1"/>
          <p:nvPr/>
        </p:nvSpPr>
        <p:spPr>
          <a:xfrm>
            <a:off x="144000" y="157320"/>
            <a:ext cx="9792000" cy="1262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4400" b="0" strike="noStrike">
                <a:latin typeface="Arial"/>
                <a:ea typeface="Arial"/>
                <a:cs typeface="Arial"/>
                <a:sym typeface="Arial"/>
              </a:rPr>
              <a:t> Exemplo de </a:t>
            </a:r>
            <a:r>
              <a:rPr lang="pt-BR" sz="4400"/>
              <a:t>Valores Inteiros</a:t>
            </a:r>
            <a:endParaRPr sz="4400" b="0" strike="noStrike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2" name="Google Shape;122;p21"/>
          <p:cNvSpPr txBox="1"/>
          <p:nvPr/>
        </p:nvSpPr>
        <p:spPr>
          <a:xfrm>
            <a:off x="2713375" y="6877725"/>
            <a:ext cx="6065100" cy="465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/>
              <a:t>Algoritmos e Programação de Computadores I</a:t>
            </a:r>
            <a:endParaRPr/>
          </a:p>
        </p:txBody>
      </p:sp>
      <p:sp>
        <p:nvSpPr>
          <p:cNvPr id="123" name="Google Shape;123;p21"/>
          <p:cNvSpPr txBox="1"/>
          <p:nvPr/>
        </p:nvSpPr>
        <p:spPr>
          <a:xfrm>
            <a:off x="144000" y="1584000"/>
            <a:ext cx="9792000" cy="504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18000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2600"/>
              <a:t>-85		decimal</a:t>
            </a:r>
            <a:endParaRPr sz="2600" b="0" strike="noStrike">
              <a:latin typeface="Arial"/>
              <a:ea typeface="Arial"/>
              <a:cs typeface="Arial"/>
              <a:sym typeface="Arial"/>
            </a:endParaRPr>
          </a:p>
          <a:p>
            <a:pPr marL="180000" marR="0" lvl="0" indent="0" algn="l" rtl="0">
              <a:spcBef>
                <a:spcPts val="1417"/>
              </a:spcBef>
              <a:spcAft>
                <a:spcPts val="0"/>
              </a:spcAft>
              <a:buNone/>
            </a:pPr>
            <a:r>
              <a:rPr lang="pt-BR" sz="2600"/>
              <a:t>97u		decimal sem sinal</a:t>
            </a:r>
            <a:endParaRPr sz="2600" b="0" strike="noStrike">
              <a:latin typeface="Arial"/>
              <a:ea typeface="Arial"/>
              <a:cs typeface="Arial"/>
              <a:sym typeface="Arial"/>
            </a:endParaRPr>
          </a:p>
          <a:p>
            <a:pPr marL="180000" marR="0" lvl="0" indent="0" algn="l" rtl="0">
              <a:spcBef>
                <a:spcPts val="1417"/>
              </a:spcBef>
              <a:spcAft>
                <a:spcPts val="0"/>
              </a:spcAft>
              <a:buNone/>
            </a:pPr>
            <a:r>
              <a:rPr lang="pt-BR" sz="2600"/>
              <a:t>100L	decimal longo</a:t>
            </a:r>
            <a:endParaRPr sz="2600"/>
          </a:p>
          <a:p>
            <a:pPr marL="180000" marR="0" lvl="0" indent="0" algn="l" rtl="0">
              <a:spcBef>
                <a:spcPts val="1417"/>
              </a:spcBef>
              <a:spcAft>
                <a:spcPts val="0"/>
              </a:spcAft>
              <a:buNone/>
            </a:pPr>
            <a:r>
              <a:rPr lang="pt-BR" sz="2600">
                <a:solidFill>
                  <a:schemeClr val="dk1"/>
                </a:solidFill>
              </a:rPr>
              <a:t>012		octal = 10 em decimal</a:t>
            </a:r>
            <a:endParaRPr sz="2600">
              <a:solidFill>
                <a:schemeClr val="dk1"/>
              </a:solidFill>
            </a:endParaRPr>
          </a:p>
          <a:p>
            <a:pPr marL="180000" marR="0" lvl="0" indent="0" algn="l" rtl="0">
              <a:spcBef>
                <a:spcPts val="1417"/>
              </a:spcBef>
              <a:spcAft>
                <a:spcPts val="0"/>
              </a:spcAft>
              <a:buNone/>
            </a:pPr>
            <a:r>
              <a:rPr lang="pt-BR" sz="2600">
                <a:solidFill>
                  <a:schemeClr val="dk1"/>
                </a:solidFill>
              </a:rPr>
              <a:t>0x4b		hexadecimal = 75 em decimal</a:t>
            </a:r>
            <a:endParaRPr sz="2600" b="0" strike="noStrike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4" name="Google Shape;124;p21"/>
          <p:cNvSpPr txBox="1">
            <a:spLocks noGrp="1"/>
          </p:cNvSpPr>
          <p:nvPr>
            <p:ph type="sldNum" idx="12"/>
          </p:nvPr>
        </p:nvSpPr>
        <p:spPr>
          <a:xfrm>
            <a:off x="9433260" y="6981108"/>
            <a:ext cx="604800" cy="5787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8</a:t>
            </a:fld>
            <a:r>
              <a:rPr sz="1200"/>
              <a:t>8</a:t>
            </a:r>
            <a:endParaRPr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" name="Google Shape;129;p22"/>
          <p:cNvSpPr txBox="1"/>
          <p:nvPr/>
        </p:nvSpPr>
        <p:spPr>
          <a:xfrm>
            <a:off x="144000" y="157320"/>
            <a:ext cx="9792000" cy="12621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4400" b="0" strike="noStrike">
                <a:latin typeface="Arial"/>
                <a:ea typeface="Arial"/>
                <a:cs typeface="Arial"/>
                <a:sym typeface="Arial"/>
              </a:rPr>
              <a:t> Float</a:t>
            </a:r>
            <a:endParaRPr sz="4400" b="0" strike="noStrike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0" name="Google Shape;130;p22"/>
          <p:cNvSpPr txBox="1"/>
          <p:nvPr/>
        </p:nvSpPr>
        <p:spPr>
          <a:xfrm>
            <a:off x="144000" y="1584000"/>
            <a:ext cx="9792000" cy="504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432000" marR="0" lvl="0" indent="-32400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40"/>
              <a:buFont typeface="Noto Sans Symbols"/>
              <a:buChar char="●"/>
            </a:pPr>
            <a:r>
              <a:rPr lang="pt-BR" sz="3200" b="0" strike="noStrike">
                <a:latin typeface="Arial"/>
                <a:ea typeface="Arial"/>
                <a:cs typeface="Arial"/>
                <a:sym typeface="Arial"/>
              </a:rPr>
              <a:t>Representa os números que contém casas decimais, com precisão de 6 dígitos.</a:t>
            </a:r>
            <a:endParaRPr sz="3200" b="0" strike="noStrike">
              <a:latin typeface="Arial"/>
              <a:ea typeface="Arial"/>
              <a:cs typeface="Arial"/>
              <a:sym typeface="Arial"/>
            </a:endParaRPr>
          </a:p>
          <a:p>
            <a:pPr marL="431999" marR="0" lvl="0" indent="-324000" algn="l" rtl="0">
              <a:spcBef>
                <a:spcPts val="1417"/>
              </a:spcBef>
              <a:spcAft>
                <a:spcPts val="0"/>
              </a:spcAft>
              <a:buSzPts val="1440"/>
              <a:buFont typeface="Noto Sans Symbols"/>
              <a:buChar char="●"/>
            </a:pPr>
            <a:r>
              <a:rPr lang="pt-BR" sz="3200"/>
              <a:t>Valor com casa decimal definida por ponto seguido de um sufixo </a:t>
            </a:r>
            <a:r>
              <a:rPr lang="pt-BR" sz="3200" b="1"/>
              <a:t>F</a:t>
            </a:r>
            <a:r>
              <a:rPr lang="pt-BR" sz="3200"/>
              <a:t> ou </a:t>
            </a:r>
            <a:r>
              <a:rPr lang="pt-BR" sz="3200" b="1"/>
              <a:t>f</a:t>
            </a:r>
            <a:r>
              <a:rPr lang="pt-BR" sz="3200"/>
              <a:t>.</a:t>
            </a:r>
            <a:endParaRPr sz="3200"/>
          </a:p>
          <a:p>
            <a:pPr marL="432000" marR="0" lvl="0" indent="-324000" algn="l" rtl="0">
              <a:spcBef>
                <a:spcPts val="1417"/>
              </a:spcBef>
              <a:spcAft>
                <a:spcPts val="0"/>
              </a:spcAft>
              <a:buClr>
                <a:srgbClr val="000000"/>
              </a:buClr>
              <a:buSzPts val="1440"/>
              <a:buFont typeface="Noto Sans Symbols"/>
              <a:buChar char="●"/>
            </a:pPr>
            <a:r>
              <a:rPr lang="pt-BR" sz="3200" b="0" strike="noStrike">
                <a:latin typeface="Arial"/>
                <a:ea typeface="Arial"/>
                <a:cs typeface="Arial"/>
                <a:sym typeface="Arial"/>
              </a:rPr>
              <a:t>Ocupa </a:t>
            </a:r>
            <a:r>
              <a:rPr lang="pt-BR" sz="3200"/>
              <a:t>sempre</a:t>
            </a:r>
            <a:r>
              <a:rPr lang="pt-BR" sz="3200" b="0" strike="noStrike">
                <a:latin typeface="Arial"/>
                <a:ea typeface="Arial"/>
                <a:cs typeface="Arial"/>
                <a:sym typeface="Arial"/>
              </a:rPr>
              <a:t> 4 bytes.</a:t>
            </a:r>
            <a:endParaRPr sz="3200" b="0" strike="noStrike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1" name="Google Shape;131;p22"/>
          <p:cNvSpPr txBox="1"/>
          <p:nvPr/>
        </p:nvSpPr>
        <p:spPr>
          <a:xfrm>
            <a:off x="2713375" y="6877725"/>
            <a:ext cx="6065100" cy="465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/>
              <a:t>Algoritmos e Programação de Computadores I</a:t>
            </a:r>
            <a:endParaRPr/>
          </a:p>
        </p:txBody>
      </p:sp>
      <p:sp>
        <p:nvSpPr>
          <p:cNvPr id="132" name="Google Shape;132;p22"/>
          <p:cNvSpPr txBox="1">
            <a:spLocks noGrp="1"/>
          </p:cNvSpPr>
          <p:nvPr>
            <p:ph type="sldNum" idx="12"/>
          </p:nvPr>
        </p:nvSpPr>
        <p:spPr>
          <a:xfrm>
            <a:off x="9433260" y="6981108"/>
            <a:ext cx="604800" cy="5787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9</a:t>
            </a:fld>
            <a:r>
              <a:rPr sz="1200"/>
              <a:t>9</a:t>
            </a:r>
            <a:endParaRPr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" name="Google Shape;137;p23"/>
          <p:cNvSpPr txBox="1"/>
          <p:nvPr/>
        </p:nvSpPr>
        <p:spPr>
          <a:xfrm>
            <a:off x="144000" y="157320"/>
            <a:ext cx="9792000" cy="12621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4400" b="0" strike="noStrike">
                <a:latin typeface="Arial"/>
                <a:ea typeface="Arial"/>
                <a:cs typeface="Arial"/>
                <a:sym typeface="Arial"/>
              </a:rPr>
              <a:t> Double</a:t>
            </a:r>
            <a:endParaRPr sz="4400" b="0" strike="noStrike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8" name="Google Shape;138;p23"/>
          <p:cNvSpPr txBox="1"/>
          <p:nvPr/>
        </p:nvSpPr>
        <p:spPr>
          <a:xfrm>
            <a:off x="144000" y="1584000"/>
            <a:ext cx="9792000" cy="504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432000" marR="0" lvl="0" indent="-32400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40"/>
              <a:buFont typeface="Noto Sans Symbols"/>
              <a:buChar char="●"/>
            </a:pPr>
            <a:r>
              <a:rPr lang="pt-BR" sz="3200" b="0" strike="noStrike">
                <a:latin typeface="Arial"/>
                <a:ea typeface="Arial"/>
                <a:cs typeface="Arial"/>
                <a:sym typeface="Arial"/>
              </a:rPr>
              <a:t>Também representa números com casas decimais, mas com precisão de 1</a:t>
            </a:r>
            <a:r>
              <a:rPr lang="pt-BR" sz="3200"/>
              <a:t>6</a:t>
            </a:r>
            <a:r>
              <a:rPr lang="pt-BR" sz="3200" b="0" strike="noStrike">
                <a:latin typeface="Arial"/>
                <a:ea typeface="Arial"/>
                <a:cs typeface="Arial"/>
                <a:sym typeface="Arial"/>
              </a:rPr>
              <a:t> dígitos.</a:t>
            </a:r>
            <a:endParaRPr sz="3200" b="0" strike="noStrike">
              <a:latin typeface="Arial"/>
              <a:ea typeface="Arial"/>
              <a:cs typeface="Arial"/>
              <a:sym typeface="Arial"/>
            </a:endParaRPr>
          </a:p>
          <a:p>
            <a:pPr marL="457200" lvl="0" indent="-320040" algn="l" rtl="0">
              <a:spcBef>
                <a:spcPts val="1417"/>
              </a:spcBef>
              <a:spcAft>
                <a:spcPts val="0"/>
              </a:spcAft>
              <a:buSzPts val="1440"/>
              <a:buFont typeface="Noto Sans Symbols"/>
              <a:buChar char="●"/>
            </a:pPr>
            <a:r>
              <a:rPr lang="pt-BR" sz="3200">
                <a:solidFill>
                  <a:schemeClr val="dk1"/>
                </a:solidFill>
              </a:rPr>
              <a:t>Valor com casa decimal definida por ponto.</a:t>
            </a:r>
            <a:endParaRPr sz="3200"/>
          </a:p>
          <a:p>
            <a:pPr marL="431999" marR="0" lvl="0" indent="-324000" algn="l" rtl="0">
              <a:spcBef>
                <a:spcPts val="1417"/>
              </a:spcBef>
              <a:spcAft>
                <a:spcPts val="0"/>
              </a:spcAft>
              <a:buClr>
                <a:srgbClr val="000000"/>
              </a:buClr>
              <a:buSzPts val="1440"/>
              <a:buFont typeface="Noto Sans Symbols"/>
              <a:buChar char="●"/>
            </a:pPr>
            <a:r>
              <a:rPr lang="pt-BR" sz="3200"/>
              <a:t>Pode conter um sufixo </a:t>
            </a:r>
            <a:r>
              <a:rPr lang="pt-BR" sz="3200" b="1"/>
              <a:t>E</a:t>
            </a:r>
            <a:r>
              <a:rPr lang="pt-BR" sz="3200"/>
              <a:t> ou </a:t>
            </a:r>
            <a:r>
              <a:rPr lang="pt-BR" sz="3200" b="1"/>
              <a:t>e</a:t>
            </a:r>
            <a:r>
              <a:rPr lang="pt-BR" sz="3200"/>
              <a:t> para indicar a potência de 10, ou sufixo </a:t>
            </a:r>
            <a:r>
              <a:rPr lang="pt-BR" sz="3200" b="1"/>
              <a:t>L</a:t>
            </a:r>
            <a:r>
              <a:rPr lang="pt-BR" sz="3200"/>
              <a:t> ou </a:t>
            </a:r>
            <a:r>
              <a:rPr lang="pt-BR" sz="3200" b="1"/>
              <a:t>l</a:t>
            </a:r>
            <a:r>
              <a:rPr lang="pt-BR" sz="3200"/>
              <a:t> para longo.</a:t>
            </a:r>
            <a:endParaRPr sz="3200"/>
          </a:p>
          <a:p>
            <a:pPr marL="432000" marR="0" lvl="0" indent="-324000" algn="l" rtl="0">
              <a:spcBef>
                <a:spcPts val="1417"/>
              </a:spcBef>
              <a:spcAft>
                <a:spcPts val="0"/>
              </a:spcAft>
              <a:buClr>
                <a:srgbClr val="000000"/>
              </a:buClr>
              <a:buSzPts val="1440"/>
              <a:buFont typeface="Noto Sans Symbols"/>
              <a:buChar char="●"/>
            </a:pPr>
            <a:r>
              <a:rPr lang="pt-BR" sz="3200" b="0" strike="noStrike">
                <a:latin typeface="Arial"/>
                <a:ea typeface="Arial"/>
                <a:cs typeface="Arial"/>
                <a:sym typeface="Arial"/>
              </a:rPr>
              <a:t>Ocupa </a:t>
            </a:r>
            <a:r>
              <a:rPr lang="pt-BR" sz="3200"/>
              <a:t>geralmente</a:t>
            </a:r>
            <a:r>
              <a:rPr lang="pt-BR" sz="3200" b="0" strike="noStrike">
                <a:latin typeface="Arial"/>
                <a:ea typeface="Arial"/>
                <a:cs typeface="Arial"/>
                <a:sym typeface="Arial"/>
              </a:rPr>
              <a:t> 8 bytes.</a:t>
            </a:r>
            <a:endParaRPr sz="3200" b="0" strike="noStrike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9" name="Google Shape;139;p23"/>
          <p:cNvSpPr txBox="1"/>
          <p:nvPr/>
        </p:nvSpPr>
        <p:spPr>
          <a:xfrm>
            <a:off x="2713375" y="6877725"/>
            <a:ext cx="6065100" cy="465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/>
              <a:t>Algoritmos e Programação de Computadores I</a:t>
            </a:r>
            <a:endParaRPr/>
          </a:p>
        </p:txBody>
      </p:sp>
      <p:sp>
        <p:nvSpPr>
          <p:cNvPr id="140" name="Google Shape;140;p23"/>
          <p:cNvSpPr txBox="1">
            <a:spLocks noGrp="1"/>
          </p:cNvSpPr>
          <p:nvPr>
            <p:ph type="sldNum" idx="12"/>
          </p:nvPr>
        </p:nvSpPr>
        <p:spPr>
          <a:xfrm>
            <a:off x="9433260" y="6981108"/>
            <a:ext cx="604800" cy="5787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10</a:t>
            </a:fld>
            <a:r>
              <a:rPr sz="1200"/>
              <a:t>10</a:t>
            </a:r>
            <a:endParaRPr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5" name="Google Shape;145;p24"/>
          <p:cNvSpPr txBox="1"/>
          <p:nvPr/>
        </p:nvSpPr>
        <p:spPr>
          <a:xfrm>
            <a:off x="144000" y="157320"/>
            <a:ext cx="9792000" cy="1262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4400" b="0" strike="noStrike"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pt-BR" sz="4400"/>
              <a:t>Exemplo de Valores Ponto Flutuante</a:t>
            </a:r>
            <a:endParaRPr sz="4400" b="0" strike="noStrike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6" name="Google Shape;146;p24"/>
          <p:cNvSpPr txBox="1"/>
          <p:nvPr/>
        </p:nvSpPr>
        <p:spPr>
          <a:xfrm>
            <a:off x="2713375" y="6877725"/>
            <a:ext cx="6065100" cy="465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/>
              <a:t>Algoritmos e Programação de Computadores I</a:t>
            </a:r>
            <a:endParaRPr/>
          </a:p>
        </p:txBody>
      </p:sp>
      <p:sp>
        <p:nvSpPr>
          <p:cNvPr id="147" name="Google Shape;147;p24"/>
          <p:cNvSpPr txBox="1"/>
          <p:nvPr/>
        </p:nvSpPr>
        <p:spPr>
          <a:xfrm>
            <a:off x="144000" y="1584000"/>
            <a:ext cx="9792000" cy="504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8000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2600"/>
              <a:t>15.75f		float</a:t>
            </a:r>
            <a:endParaRPr sz="2600" b="0" strike="noStrike"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spcBef>
                <a:spcPts val="1417"/>
              </a:spcBef>
              <a:spcAft>
                <a:spcPts val="0"/>
              </a:spcAft>
              <a:buNone/>
            </a:pPr>
            <a:r>
              <a:rPr lang="pt-BR" sz="2600"/>
              <a:t>15.75		 	double</a:t>
            </a:r>
            <a:endParaRPr sz="2600" b="0" strike="noStrike"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spcBef>
                <a:spcPts val="1417"/>
              </a:spcBef>
              <a:spcAft>
                <a:spcPts val="0"/>
              </a:spcAft>
              <a:buNone/>
            </a:pPr>
            <a:r>
              <a:rPr lang="pt-BR" sz="2600"/>
              <a:t>15.75L		long double</a:t>
            </a:r>
            <a:endParaRPr sz="2600"/>
          </a:p>
          <a:p>
            <a:pPr marL="0" marR="0" lvl="0" indent="0" algn="l" rtl="0">
              <a:spcBef>
                <a:spcPts val="1417"/>
              </a:spcBef>
              <a:spcAft>
                <a:spcPts val="0"/>
              </a:spcAft>
              <a:buNone/>
            </a:pPr>
            <a:r>
              <a:rPr lang="pt-BR" sz="2600"/>
              <a:t>1.575E1		1.575 x 10</a:t>
            </a:r>
            <a:r>
              <a:rPr lang="pt-BR" sz="2600" baseline="30000"/>
              <a:t>1</a:t>
            </a:r>
            <a:r>
              <a:rPr lang="pt-BR" sz="2600"/>
              <a:t> = 15.75		double</a:t>
            </a:r>
            <a:endParaRPr sz="2600"/>
          </a:p>
          <a:p>
            <a:pPr marL="0" marR="0" lvl="0" indent="0" algn="l" rtl="0">
              <a:spcBef>
                <a:spcPts val="1417"/>
              </a:spcBef>
              <a:spcAft>
                <a:spcPts val="0"/>
              </a:spcAft>
              <a:buNone/>
            </a:pPr>
            <a:r>
              <a:rPr lang="pt-BR" sz="2600"/>
              <a:t>1575E-2		1575 x 10</a:t>
            </a:r>
            <a:r>
              <a:rPr lang="pt-BR" sz="2600" baseline="30000"/>
              <a:t>-2</a:t>
            </a:r>
            <a:r>
              <a:rPr lang="pt-BR" sz="2600"/>
              <a:t> = 15.75		double</a:t>
            </a:r>
            <a:endParaRPr sz="2600"/>
          </a:p>
        </p:txBody>
      </p:sp>
      <p:sp>
        <p:nvSpPr>
          <p:cNvPr id="148" name="Google Shape;148;p24"/>
          <p:cNvSpPr txBox="1">
            <a:spLocks noGrp="1"/>
          </p:cNvSpPr>
          <p:nvPr>
            <p:ph type="sldNum" idx="12"/>
          </p:nvPr>
        </p:nvSpPr>
        <p:spPr>
          <a:xfrm>
            <a:off x="9433260" y="6981108"/>
            <a:ext cx="604800" cy="5787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11</a:t>
            </a:fld>
            <a:r>
              <a:rPr sz="1200"/>
              <a:t>11</a:t>
            </a:r>
            <a:endParaRPr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" name="Google Shape;153;p25"/>
          <p:cNvSpPr txBox="1"/>
          <p:nvPr/>
        </p:nvSpPr>
        <p:spPr>
          <a:xfrm>
            <a:off x="144000" y="157320"/>
            <a:ext cx="9792000" cy="12621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4400" b="0" strike="noStrike">
                <a:latin typeface="Arial"/>
                <a:ea typeface="Arial"/>
                <a:cs typeface="Arial"/>
                <a:sym typeface="Arial"/>
              </a:rPr>
              <a:t> Void</a:t>
            </a:r>
            <a:endParaRPr sz="4400" b="0" strike="noStrike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4" name="Google Shape;154;p25"/>
          <p:cNvSpPr txBox="1"/>
          <p:nvPr/>
        </p:nvSpPr>
        <p:spPr>
          <a:xfrm>
            <a:off x="144000" y="1584000"/>
            <a:ext cx="9792000" cy="504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432000" marR="0" lvl="0" indent="-32400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40"/>
              <a:buFont typeface="Noto Sans Symbols"/>
              <a:buChar char="●"/>
            </a:pPr>
            <a:r>
              <a:rPr lang="pt-BR" sz="3200" b="0" strike="noStrike">
                <a:latin typeface="Arial"/>
                <a:ea typeface="Arial"/>
                <a:cs typeface="Arial"/>
                <a:sym typeface="Arial"/>
              </a:rPr>
              <a:t>Representação de vazio ou </a:t>
            </a:r>
            <a:r>
              <a:rPr lang="pt-BR" sz="3200"/>
              <a:t>ausência de valor</a:t>
            </a:r>
            <a:r>
              <a:rPr lang="pt-BR" sz="3200" b="0" strike="noStrike">
                <a:latin typeface="Arial"/>
                <a:ea typeface="Arial"/>
                <a:cs typeface="Arial"/>
                <a:sym typeface="Arial"/>
              </a:rPr>
              <a:t>.</a:t>
            </a:r>
            <a:endParaRPr sz="3200" b="0" strike="noStrike">
              <a:latin typeface="Arial"/>
              <a:ea typeface="Arial"/>
              <a:cs typeface="Arial"/>
              <a:sym typeface="Arial"/>
            </a:endParaRPr>
          </a:p>
          <a:p>
            <a:pPr marL="431999" lvl="0" indent="-324000" algn="l" rtl="0">
              <a:spcBef>
                <a:spcPts val="1417"/>
              </a:spcBef>
              <a:spcAft>
                <a:spcPts val="0"/>
              </a:spcAft>
              <a:buClr>
                <a:schemeClr val="dk1"/>
              </a:buClr>
              <a:buSzPts val="1440"/>
              <a:buFont typeface="Noto Sans Symbols"/>
              <a:buChar char="●"/>
            </a:pPr>
            <a:r>
              <a:rPr lang="pt-BR" sz="3200">
                <a:solidFill>
                  <a:schemeClr val="dk1"/>
                </a:solidFill>
              </a:rPr>
              <a:t>Não tem tamanho definido e não ocupa espaço na memória.</a:t>
            </a:r>
            <a:endParaRPr sz="3200">
              <a:solidFill>
                <a:schemeClr val="dk1"/>
              </a:solidFill>
            </a:endParaRPr>
          </a:p>
          <a:p>
            <a:pPr marL="457200" lvl="0" indent="0" algn="l" rtl="0">
              <a:spcBef>
                <a:spcPts val="1417"/>
              </a:spcBef>
              <a:spcAft>
                <a:spcPts val="0"/>
              </a:spcAft>
              <a:buNone/>
            </a:pPr>
            <a:endParaRPr sz="3200">
              <a:solidFill>
                <a:schemeClr val="dk1"/>
              </a:solidFill>
            </a:endParaRPr>
          </a:p>
          <a:p>
            <a:pPr marL="457200" lvl="0" indent="0" algn="l" rtl="0">
              <a:spcBef>
                <a:spcPts val="1417"/>
              </a:spcBef>
              <a:spcAft>
                <a:spcPts val="0"/>
              </a:spcAft>
              <a:buNone/>
            </a:pPr>
            <a:endParaRPr sz="3200">
              <a:solidFill>
                <a:schemeClr val="dk1"/>
              </a:solidFill>
            </a:endParaRPr>
          </a:p>
          <a:p>
            <a:pPr marL="457200" lvl="0" indent="0" algn="l" rtl="0">
              <a:spcBef>
                <a:spcPts val="1417"/>
              </a:spcBef>
              <a:spcAft>
                <a:spcPts val="0"/>
              </a:spcAft>
              <a:buNone/>
            </a:pPr>
            <a:endParaRPr sz="3200">
              <a:solidFill>
                <a:schemeClr val="dk1"/>
              </a:solidFill>
            </a:endParaRPr>
          </a:p>
          <a:p>
            <a:pPr marL="457200" lvl="0" indent="0" algn="l" rtl="0">
              <a:spcBef>
                <a:spcPts val="1417"/>
              </a:spcBef>
              <a:spcAft>
                <a:spcPts val="0"/>
              </a:spcAft>
              <a:buNone/>
            </a:pPr>
            <a:r>
              <a:rPr lang="pt-BR" sz="2400">
                <a:solidFill>
                  <a:schemeClr val="dk1"/>
                </a:solidFill>
              </a:rPr>
              <a:t>Obs.: Ponteiros para void (void *) em C armazenam endereços de memória e o tamanho que ocupam depende da arquitetura da CPU (4 bytes em CPUs de 32 bits e 8 bytes em CPUs de 64 bits).</a:t>
            </a:r>
            <a:endParaRPr sz="2400"/>
          </a:p>
        </p:txBody>
      </p:sp>
      <p:sp>
        <p:nvSpPr>
          <p:cNvPr id="155" name="Google Shape;155;p25"/>
          <p:cNvSpPr txBox="1"/>
          <p:nvPr/>
        </p:nvSpPr>
        <p:spPr>
          <a:xfrm>
            <a:off x="2713375" y="6877725"/>
            <a:ext cx="6065100" cy="465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/>
              <a:t>Algoritmos e Programação de Computadores I</a:t>
            </a:r>
            <a:endParaRPr/>
          </a:p>
        </p:txBody>
      </p:sp>
      <p:sp>
        <p:nvSpPr>
          <p:cNvPr id="156" name="Google Shape;156;p25"/>
          <p:cNvSpPr txBox="1">
            <a:spLocks noGrp="1"/>
          </p:cNvSpPr>
          <p:nvPr>
            <p:ph type="sldNum" idx="12"/>
          </p:nvPr>
        </p:nvSpPr>
        <p:spPr>
          <a:xfrm>
            <a:off x="9433260" y="6981108"/>
            <a:ext cx="604800" cy="5787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12</a:t>
            </a:fld>
            <a:r>
              <a:rPr sz="1200"/>
              <a:t>12</a:t>
            </a:r>
            <a:endParaRPr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1" name="Google Shape;161;p26"/>
          <p:cNvSpPr txBox="1"/>
          <p:nvPr/>
        </p:nvSpPr>
        <p:spPr>
          <a:xfrm>
            <a:off x="144000" y="157320"/>
            <a:ext cx="9792000" cy="12621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4400" b="0" strike="noStrike">
                <a:latin typeface="Arial"/>
                <a:ea typeface="Arial"/>
                <a:cs typeface="Arial"/>
                <a:sym typeface="Arial"/>
              </a:rPr>
              <a:t> Modificadores de Tipos Primitivos</a:t>
            </a:r>
            <a:endParaRPr sz="4400" b="0" strike="noStrike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2" name="Google Shape;162;p26"/>
          <p:cNvSpPr txBox="1"/>
          <p:nvPr/>
        </p:nvSpPr>
        <p:spPr>
          <a:xfrm>
            <a:off x="144000" y="1584000"/>
            <a:ext cx="9792000" cy="504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432000" marR="0" lvl="0" indent="-32400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40"/>
              <a:buFont typeface="Noto Sans Symbols"/>
              <a:buChar char="●"/>
            </a:pPr>
            <a:r>
              <a:rPr lang="pt-BR" sz="3200">
                <a:solidFill>
                  <a:schemeClr val="dk1"/>
                </a:solidFill>
              </a:rPr>
              <a:t>Alteram o significado de um tipo, adaptando-o para uma situação específica (uma faixa de valores).</a:t>
            </a:r>
            <a:endParaRPr sz="3200" b="0" strike="noStrike">
              <a:latin typeface="Arial"/>
              <a:ea typeface="Arial"/>
              <a:cs typeface="Arial"/>
              <a:sym typeface="Arial"/>
            </a:endParaRPr>
          </a:p>
          <a:p>
            <a:pPr marL="432000" marR="0" lvl="0" indent="-324000" algn="l" rtl="0">
              <a:spcBef>
                <a:spcPts val="1417"/>
              </a:spcBef>
              <a:spcAft>
                <a:spcPts val="0"/>
              </a:spcAft>
              <a:buClr>
                <a:srgbClr val="000000"/>
              </a:buClr>
              <a:buSzPts val="1440"/>
              <a:buFont typeface="Noto Sans Symbols"/>
              <a:buChar char="●"/>
            </a:pPr>
            <a:r>
              <a:rPr lang="pt-BR" sz="3200"/>
              <a:t>Podem ser aplicados aos tipos primitivos do C (exceto void e float).</a:t>
            </a:r>
            <a:endParaRPr sz="3200" b="0" strike="noStrike">
              <a:latin typeface="Arial"/>
              <a:ea typeface="Arial"/>
              <a:cs typeface="Arial"/>
              <a:sym typeface="Arial"/>
            </a:endParaRPr>
          </a:p>
          <a:p>
            <a:pPr marL="432000" marR="0" lvl="0" indent="-324000" algn="l" rtl="0">
              <a:spcBef>
                <a:spcPts val="1417"/>
              </a:spcBef>
              <a:spcAft>
                <a:spcPts val="0"/>
              </a:spcAft>
              <a:buClr>
                <a:srgbClr val="000000"/>
              </a:buClr>
              <a:buSzPts val="1440"/>
              <a:buFont typeface="Noto Sans Symbols"/>
              <a:buChar char="●"/>
            </a:pPr>
            <a:r>
              <a:rPr lang="pt-BR" sz="3200" b="0" strike="noStrike">
                <a:latin typeface="Arial"/>
                <a:ea typeface="Arial"/>
                <a:cs typeface="Arial"/>
                <a:sym typeface="Arial"/>
              </a:rPr>
              <a:t>Exemplo: um número pode ou não ter sinal, um número pode ampliar ou reduzir a faixa de valores.</a:t>
            </a:r>
            <a:endParaRPr sz="3200" b="0" strike="noStrike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3" name="Google Shape;163;p26"/>
          <p:cNvSpPr txBox="1"/>
          <p:nvPr/>
        </p:nvSpPr>
        <p:spPr>
          <a:xfrm>
            <a:off x="2713375" y="6877725"/>
            <a:ext cx="6065100" cy="465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/>
              <a:t>Algoritmos e Programação de Computadores I</a:t>
            </a:r>
            <a:endParaRPr/>
          </a:p>
        </p:txBody>
      </p:sp>
      <p:sp>
        <p:nvSpPr>
          <p:cNvPr id="164" name="Google Shape;164;p26"/>
          <p:cNvSpPr txBox="1">
            <a:spLocks noGrp="1"/>
          </p:cNvSpPr>
          <p:nvPr>
            <p:ph type="sldNum" idx="12"/>
          </p:nvPr>
        </p:nvSpPr>
        <p:spPr>
          <a:xfrm>
            <a:off x="9433260" y="6981108"/>
            <a:ext cx="604800" cy="5787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13</a:t>
            </a:fld>
            <a:r>
              <a:rPr sz="1200"/>
              <a:t>13</a:t>
            </a:r>
            <a:endParaRPr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9" name="Google Shape;169;p27"/>
          <p:cNvSpPr txBox="1"/>
          <p:nvPr/>
        </p:nvSpPr>
        <p:spPr>
          <a:xfrm>
            <a:off x="144000" y="157320"/>
            <a:ext cx="9792000" cy="12621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4400" b="0" strike="noStrike">
                <a:latin typeface="Arial"/>
                <a:ea typeface="Arial"/>
                <a:cs typeface="Arial"/>
                <a:sym typeface="Arial"/>
              </a:rPr>
              <a:t> Modificadores de Tipos no C</a:t>
            </a:r>
            <a:endParaRPr sz="4400" b="0" strike="noStrike">
              <a:latin typeface="Arial"/>
              <a:ea typeface="Arial"/>
              <a:cs typeface="Arial"/>
              <a:sym typeface="Arial"/>
            </a:endParaRPr>
          </a:p>
        </p:txBody>
      </p:sp>
      <p:graphicFrame>
        <p:nvGraphicFramePr>
          <p:cNvPr id="170" name="Google Shape;170;p27"/>
          <p:cNvGraphicFramePr/>
          <p:nvPr/>
        </p:nvGraphicFramePr>
        <p:xfrm>
          <a:off x="364680" y="1584000"/>
          <a:ext cx="9351350" cy="2316520"/>
        </p:xfrm>
        <a:graphic>
          <a:graphicData uri="http://schemas.openxmlformats.org/drawingml/2006/table">
            <a:tbl>
              <a:tblPr>
                <a:noFill/>
                <a:tableStyleId>{1D256A9D-A1DA-4847-989C-4C4989DC4989}</a:tableStyleId>
              </a:tblPr>
              <a:tblGrid>
                <a:gridCol w="31683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183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549725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3200" b="0" strike="noStrike">
                          <a:latin typeface="Arial"/>
                          <a:ea typeface="Arial"/>
                          <a:cs typeface="Arial"/>
                          <a:sym typeface="Arial"/>
                        </a:rPr>
                        <a:t>unsigned</a:t>
                      </a:r>
                      <a:endParaRPr sz="3200" b="0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90000" marR="90000" marT="45725" marB="45725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3200" b="0" strike="noStrike">
                          <a:latin typeface="Arial"/>
                          <a:ea typeface="Arial"/>
                          <a:cs typeface="Arial"/>
                          <a:sym typeface="Arial"/>
                        </a:rPr>
                        <a:t>sem sinal</a:t>
                      </a:r>
                      <a:endParaRPr sz="3200" b="0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90000" marR="90000" marT="45725" marB="45725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49725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3200" b="0" strike="noStrike">
                          <a:latin typeface="Arial"/>
                          <a:ea typeface="Arial"/>
                          <a:cs typeface="Arial"/>
                          <a:sym typeface="Arial"/>
                        </a:rPr>
                        <a:t>signed</a:t>
                      </a:r>
                      <a:endParaRPr sz="3200" b="0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90000" marR="90000" marT="45725" marB="45725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3200" b="0" strike="noStrike">
                          <a:latin typeface="Arial"/>
                          <a:ea typeface="Arial"/>
                          <a:cs typeface="Arial"/>
                          <a:sym typeface="Arial"/>
                        </a:rPr>
                        <a:t>com sinal (padrão)</a:t>
                      </a:r>
                      <a:endParaRPr sz="3200" b="0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90000" marR="90000" marT="45725" marB="45725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49725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3200" b="0" strike="noStrike">
                          <a:latin typeface="Arial"/>
                          <a:ea typeface="Arial"/>
                          <a:cs typeface="Arial"/>
                          <a:sym typeface="Arial"/>
                        </a:rPr>
                        <a:t>short</a:t>
                      </a:r>
                      <a:endParaRPr sz="3200" b="0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90000" marR="90000" marT="45725" marB="45725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3200" b="0" strike="noStrike">
                          <a:latin typeface="Arial"/>
                          <a:ea typeface="Arial"/>
                          <a:cs typeface="Arial"/>
                          <a:sym typeface="Arial"/>
                        </a:rPr>
                        <a:t>domínio reduzido</a:t>
                      </a:r>
                      <a:endParaRPr sz="3200" b="0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90000" marR="90000" marT="45725" marB="45725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49725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3200" b="0" strike="noStrike">
                          <a:latin typeface="Arial"/>
                          <a:ea typeface="Arial"/>
                          <a:cs typeface="Arial"/>
                          <a:sym typeface="Arial"/>
                        </a:rPr>
                        <a:t>long</a:t>
                      </a:r>
                      <a:endParaRPr sz="3200" b="0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90000" marR="90000" marT="45725" marB="45725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3200" b="0" strike="noStrike">
                          <a:latin typeface="Arial"/>
                          <a:ea typeface="Arial"/>
                          <a:cs typeface="Arial"/>
                          <a:sym typeface="Arial"/>
                        </a:rPr>
                        <a:t>domínio estendido</a:t>
                      </a:r>
                      <a:endParaRPr sz="3200" b="0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90000" marR="90000" marT="45725" marB="45725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171" name="Google Shape;171;p27"/>
          <p:cNvSpPr txBox="1"/>
          <p:nvPr/>
        </p:nvSpPr>
        <p:spPr>
          <a:xfrm>
            <a:off x="2713375" y="6877725"/>
            <a:ext cx="6065100" cy="465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/>
              <a:t>Algoritmos e Programação de Computadores I</a:t>
            </a:r>
            <a:endParaRPr/>
          </a:p>
        </p:txBody>
      </p:sp>
      <p:sp>
        <p:nvSpPr>
          <p:cNvPr id="172" name="Google Shape;172;p27"/>
          <p:cNvSpPr txBox="1">
            <a:spLocks noGrp="1"/>
          </p:cNvSpPr>
          <p:nvPr>
            <p:ph type="sldNum" idx="12"/>
          </p:nvPr>
        </p:nvSpPr>
        <p:spPr>
          <a:xfrm>
            <a:off x="9433260" y="6981108"/>
            <a:ext cx="604800" cy="5787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14</a:t>
            </a:fld>
            <a:r>
              <a:rPr sz="1200"/>
              <a:t>14</a:t>
            </a:r>
            <a:endParaRPr/>
          </a:p>
        </p:txBody>
      </p:sp>
      <p:sp>
        <p:nvSpPr>
          <p:cNvPr id="173" name="Google Shape;173;p27"/>
          <p:cNvSpPr txBox="1"/>
          <p:nvPr/>
        </p:nvSpPr>
        <p:spPr>
          <a:xfrm>
            <a:off x="0" y="5195025"/>
            <a:ext cx="9792000" cy="129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457200" lvl="0" indent="0" algn="l" rtl="0">
              <a:spcBef>
                <a:spcPts val="1417"/>
              </a:spcBef>
              <a:spcAft>
                <a:spcPts val="0"/>
              </a:spcAft>
              <a:buNone/>
            </a:pPr>
            <a:r>
              <a:rPr lang="pt-BR" sz="2400">
                <a:solidFill>
                  <a:schemeClr val="dk1"/>
                </a:solidFill>
              </a:rPr>
              <a:t>Obs.: Em CPUs de 32 bits, long geralmente armazena 32 bits. Em CPUs de 64 bits, o long pode armazenar 32 ou 64 bits. Para garantir o mínimo de 64 bits utiliza-se o modificador long long.</a:t>
            </a:r>
            <a:endParaRPr sz="2400"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8" name="Google Shape;178;p28"/>
          <p:cNvSpPr txBox="1"/>
          <p:nvPr/>
        </p:nvSpPr>
        <p:spPr>
          <a:xfrm>
            <a:off x="144000" y="157320"/>
            <a:ext cx="9792000" cy="12621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4400" b="0" strike="noStrike">
                <a:latin typeface="Arial"/>
                <a:ea typeface="Arial"/>
                <a:cs typeface="Arial"/>
                <a:sym typeface="Arial"/>
              </a:rPr>
              <a:t> Tamanho/Faixa de Valores dos</a:t>
            </a:r>
            <a:r>
              <a:rPr lang="pt-BR" sz="4400"/>
              <a:t> Tipos</a:t>
            </a:r>
            <a:endParaRPr sz="4400" b="0" strike="noStrike">
              <a:latin typeface="Arial"/>
              <a:ea typeface="Arial"/>
              <a:cs typeface="Arial"/>
              <a:sym typeface="Arial"/>
            </a:endParaRPr>
          </a:p>
        </p:txBody>
      </p:sp>
      <p:graphicFrame>
        <p:nvGraphicFramePr>
          <p:cNvPr id="179" name="Google Shape;179;p28"/>
          <p:cNvGraphicFramePr/>
          <p:nvPr/>
        </p:nvGraphicFramePr>
        <p:xfrm>
          <a:off x="393120" y="1324080"/>
          <a:ext cx="9248050" cy="4937880"/>
        </p:xfrm>
        <a:graphic>
          <a:graphicData uri="http://schemas.openxmlformats.org/drawingml/2006/table">
            <a:tbl>
              <a:tblPr>
                <a:noFill/>
                <a:tableStyleId>{1D256A9D-A1DA-4847-989C-4C4989DC4989}</a:tableStyleId>
              </a:tblPr>
              <a:tblGrid>
                <a:gridCol w="250732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2355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50522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228600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1800" b="0" strike="noStrike">
                          <a:latin typeface="Arial"/>
                          <a:ea typeface="Arial"/>
                          <a:cs typeface="Arial"/>
                          <a:sym typeface="Arial"/>
                        </a:rPr>
                        <a:t>Tipo</a:t>
                      </a:r>
                      <a:endParaRPr sz="1800" b="0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90000" marR="90000" marT="45725" marB="45725" anchor="ctr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1800" b="0" strike="noStrike">
                          <a:latin typeface="Arial"/>
                          <a:ea typeface="Arial"/>
                          <a:cs typeface="Arial"/>
                          <a:sym typeface="Arial"/>
                        </a:rPr>
                        <a:t>Tamanho</a:t>
                      </a:r>
                      <a:endParaRPr sz="1800" b="0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90000" marR="90000" marT="45725" marB="45725" anchor="ctr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1800"/>
                        <a:t>Valor m</a:t>
                      </a:r>
                      <a:r>
                        <a:rPr lang="pt-BR" sz="1800" b="0" strike="noStrike">
                          <a:latin typeface="Arial"/>
                          <a:ea typeface="Arial"/>
                          <a:cs typeface="Arial"/>
                          <a:sym typeface="Arial"/>
                        </a:rPr>
                        <a:t>ínimo e máxim</a:t>
                      </a:r>
                      <a:r>
                        <a:rPr lang="pt-BR" sz="1800"/>
                        <a:t>o</a:t>
                      </a:r>
                      <a:endParaRPr sz="1800" b="0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90000" marR="90000" marT="45725" marB="45725" anchor="ctr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28600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1800" b="0" strike="noStrike">
                          <a:latin typeface="Arial"/>
                          <a:ea typeface="Arial"/>
                          <a:cs typeface="Arial"/>
                          <a:sym typeface="Arial"/>
                        </a:rPr>
                        <a:t>(signed) char</a:t>
                      </a:r>
                      <a:endParaRPr sz="1800" b="0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90000" marR="90000" marT="45725" marB="45725" anchor="ctr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1800" b="0" strike="noStrike">
                          <a:latin typeface="Arial"/>
                          <a:ea typeface="Arial"/>
                          <a:cs typeface="Arial"/>
                          <a:sym typeface="Arial"/>
                        </a:rPr>
                        <a:t>1 byte</a:t>
                      </a:r>
                      <a:endParaRPr sz="1800" b="0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90000" marR="90000" marT="45725" marB="45725" anchor="ctr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1800" b="0" strike="noStrike">
                          <a:latin typeface="Arial"/>
                          <a:ea typeface="Arial"/>
                          <a:cs typeface="Arial"/>
                          <a:sym typeface="Arial"/>
                        </a:rPr>
                        <a:t>-128 a 127</a:t>
                      </a:r>
                      <a:endParaRPr sz="1800" b="0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90000" marR="90000" marT="45725" marB="45725" anchor="ctr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49925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1800" b="0" strike="noStrike">
                          <a:latin typeface="Arial"/>
                          <a:ea typeface="Arial"/>
                          <a:cs typeface="Arial"/>
                          <a:sym typeface="Arial"/>
                        </a:rPr>
                        <a:t>unsigned char</a:t>
                      </a:r>
                      <a:endParaRPr sz="1800" b="0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90000" marR="90000" marT="45725" marB="45725" anchor="ctr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1800" b="0" strike="noStrike">
                          <a:latin typeface="Arial"/>
                          <a:ea typeface="Arial"/>
                          <a:cs typeface="Arial"/>
                          <a:sym typeface="Arial"/>
                        </a:rPr>
                        <a:t>1 byte</a:t>
                      </a:r>
                      <a:endParaRPr sz="1800" b="0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90000" marR="90000" marT="45725" marB="45725" anchor="ctr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1800" b="0" strike="noStrike">
                          <a:latin typeface="Arial"/>
                          <a:ea typeface="Arial"/>
                          <a:cs typeface="Arial"/>
                          <a:sym typeface="Arial"/>
                        </a:rPr>
                        <a:t>0 a 255</a:t>
                      </a:r>
                      <a:endParaRPr sz="1800" b="0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90000" marR="90000" marT="45725" marB="45725" anchor="ctr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49925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1800" b="0" strike="noStrike">
                          <a:latin typeface="Arial"/>
                          <a:ea typeface="Arial"/>
                          <a:cs typeface="Arial"/>
                          <a:sym typeface="Arial"/>
                        </a:rPr>
                        <a:t>(signed) short int</a:t>
                      </a:r>
                      <a:endParaRPr sz="1800" b="0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90000" marR="90000" marT="45725" marB="45725" anchor="ctr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1800" b="0" strike="noStrike">
                          <a:latin typeface="Arial"/>
                          <a:ea typeface="Arial"/>
                          <a:cs typeface="Arial"/>
                          <a:sym typeface="Arial"/>
                        </a:rPr>
                        <a:t>2 bytes</a:t>
                      </a:r>
                      <a:endParaRPr sz="1800" b="0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90000" marR="90000" marT="45725" marB="45725" anchor="ctr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1800" b="0" strike="noStrike">
                          <a:latin typeface="Arial"/>
                          <a:ea typeface="Arial"/>
                          <a:cs typeface="Arial"/>
                          <a:sym typeface="Arial"/>
                        </a:rPr>
                        <a:t>-32768 a 32767</a:t>
                      </a:r>
                      <a:endParaRPr sz="1800" b="0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90000" marR="90000" marT="45725" marB="45725" anchor="ctr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49925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1800" b="0" strike="noStrike">
                          <a:latin typeface="Arial"/>
                          <a:ea typeface="Arial"/>
                          <a:cs typeface="Arial"/>
                          <a:sym typeface="Arial"/>
                        </a:rPr>
                        <a:t>unsigned short int</a:t>
                      </a:r>
                      <a:endParaRPr sz="1800" b="0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90000" marR="90000" marT="45725" marB="45725" anchor="ctr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1800" b="0" strike="noStrike">
                          <a:latin typeface="Arial"/>
                          <a:ea typeface="Arial"/>
                          <a:cs typeface="Arial"/>
                          <a:sym typeface="Arial"/>
                        </a:rPr>
                        <a:t>2 bytes</a:t>
                      </a:r>
                      <a:endParaRPr sz="1800" b="0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90000" marR="90000" marT="45725" marB="45725" anchor="ctr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1800" b="0" strike="noStrike">
                          <a:latin typeface="Arial"/>
                          <a:ea typeface="Arial"/>
                          <a:cs typeface="Arial"/>
                          <a:sym typeface="Arial"/>
                        </a:rPr>
                        <a:t>0 a 65535</a:t>
                      </a:r>
                      <a:endParaRPr sz="1800" b="0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90000" marR="90000" marT="45725" marB="45725" anchor="ctr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49925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1800" b="0" strike="noStrike">
                          <a:latin typeface="Arial"/>
                          <a:ea typeface="Arial"/>
                          <a:cs typeface="Arial"/>
                          <a:sym typeface="Arial"/>
                        </a:rPr>
                        <a:t>(signed) int</a:t>
                      </a:r>
                      <a:endParaRPr sz="1800" b="0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90000" marR="90000" marT="45725" marB="45725" anchor="ctr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1800" b="0" strike="noStrike">
                          <a:latin typeface="Arial"/>
                          <a:ea typeface="Arial"/>
                          <a:cs typeface="Arial"/>
                          <a:sym typeface="Arial"/>
                        </a:rPr>
                        <a:t>4 bytes</a:t>
                      </a:r>
                      <a:endParaRPr sz="1800" b="0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90000" marR="90000" marT="45725" marB="45725" anchor="ctr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1800" b="0" strike="noStrike">
                          <a:latin typeface="Arial"/>
                          <a:ea typeface="Arial"/>
                          <a:cs typeface="Arial"/>
                          <a:sym typeface="Arial"/>
                        </a:rPr>
                        <a:t>-</a:t>
                      </a:r>
                      <a:r>
                        <a:rPr lang="pt-BR" sz="1800"/>
                        <a:t>2147483648</a:t>
                      </a:r>
                      <a:r>
                        <a:rPr lang="pt-BR" sz="1800" b="0" strike="noStrike">
                          <a:latin typeface="Arial"/>
                          <a:ea typeface="Arial"/>
                          <a:cs typeface="Arial"/>
                          <a:sym typeface="Arial"/>
                        </a:rPr>
                        <a:t> a </a:t>
                      </a:r>
                      <a:r>
                        <a:rPr lang="pt-BR" sz="1800"/>
                        <a:t>2147483647</a:t>
                      </a:r>
                      <a:endParaRPr sz="1800" b="0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90000" marR="90000" marT="45725" marB="45725" anchor="ctr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49925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1800" b="0" strike="noStrike">
                          <a:latin typeface="Arial"/>
                          <a:ea typeface="Arial"/>
                          <a:cs typeface="Arial"/>
                          <a:sym typeface="Arial"/>
                        </a:rPr>
                        <a:t>unsigned int</a:t>
                      </a:r>
                      <a:endParaRPr sz="1800" b="0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90000" marR="90000" marT="45725" marB="45725" anchor="ctr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1800" b="0" strike="noStrike">
                          <a:latin typeface="Arial"/>
                          <a:ea typeface="Arial"/>
                          <a:cs typeface="Arial"/>
                          <a:sym typeface="Arial"/>
                        </a:rPr>
                        <a:t>4 bytes</a:t>
                      </a:r>
                      <a:endParaRPr sz="1800" b="0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90000" marR="90000" marT="45725" marB="45725" anchor="ctr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1800" b="0" strike="noStrike">
                          <a:latin typeface="Arial"/>
                          <a:ea typeface="Arial"/>
                          <a:cs typeface="Arial"/>
                          <a:sym typeface="Arial"/>
                        </a:rPr>
                        <a:t>0 a </a:t>
                      </a:r>
                      <a:r>
                        <a:rPr lang="pt-BR" sz="1800"/>
                        <a:t>4294967295</a:t>
                      </a:r>
                      <a:endParaRPr sz="1800" b="0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90000" marR="90000" marT="45725" marB="45725" anchor="ctr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605875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1800" b="0" strike="noStrike">
                          <a:latin typeface="Arial"/>
                          <a:ea typeface="Arial"/>
                          <a:cs typeface="Arial"/>
                          <a:sym typeface="Arial"/>
                        </a:rPr>
                        <a:t>(signed) long int</a:t>
                      </a:r>
                      <a:br>
                        <a:rPr lang="pt-BR" sz="1800" b="0" strike="noStrike">
                          <a:latin typeface="Arial"/>
                          <a:ea typeface="Arial"/>
                          <a:cs typeface="Arial"/>
                          <a:sym typeface="Arial"/>
                        </a:rPr>
                      </a:br>
                      <a:r>
                        <a:rPr lang="pt-BR" sz="1800" b="0" strike="noStrike">
                          <a:latin typeface="Arial"/>
                          <a:ea typeface="Arial"/>
                          <a:cs typeface="Arial"/>
                          <a:sym typeface="Arial"/>
                        </a:rPr>
                        <a:t>(signed) long </a:t>
                      </a:r>
                      <a:r>
                        <a:rPr lang="pt-BR" sz="1800"/>
                        <a:t>long int</a:t>
                      </a:r>
                      <a:endParaRPr sz="1800" b="0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90000" marR="90000" marT="45725" marB="45725" anchor="ctr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1800" b="0" strike="noStrike">
                          <a:latin typeface="Arial"/>
                          <a:ea typeface="Arial"/>
                          <a:cs typeface="Arial"/>
                          <a:sym typeface="Arial"/>
                        </a:rPr>
                        <a:t>8 bytes</a:t>
                      </a:r>
                      <a:endParaRPr sz="1800" b="0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90000" marR="90000" marT="45725" marB="45725" anchor="ctr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1800" b="0" strike="noStrike">
                          <a:latin typeface="Arial"/>
                          <a:ea typeface="Arial"/>
                          <a:cs typeface="Arial"/>
                          <a:sym typeface="Arial"/>
                        </a:rPr>
                        <a:t>-</a:t>
                      </a:r>
                      <a:r>
                        <a:rPr lang="pt-BR" sz="1800"/>
                        <a:t>9223372036854775808</a:t>
                      </a:r>
                      <a:r>
                        <a:rPr lang="pt-BR" sz="1800" b="0" strike="noStrike">
                          <a:latin typeface="Arial"/>
                          <a:ea typeface="Arial"/>
                          <a:cs typeface="Arial"/>
                          <a:sym typeface="Arial"/>
                        </a:rPr>
                        <a:t> a </a:t>
                      </a:r>
                      <a:r>
                        <a:rPr lang="pt-BR" sz="1800"/>
                        <a:t>9223372036854775807</a:t>
                      </a:r>
                      <a:endParaRPr sz="1800" b="0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90000" marR="90000" marT="45725" marB="45725" anchor="ctr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349925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1800" b="0" strike="noStrike">
                          <a:latin typeface="Arial"/>
                          <a:ea typeface="Arial"/>
                          <a:cs typeface="Arial"/>
                          <a:sym typeface="Arial"/>
                        </a:rPr>
                        <a:t>unsigned long int</a:t>
                      </a:r>
                      <a:br>
                        <a:rPr lang="pt-BR" sz="1800" b="0" strike="noStrike">
                          <a:latin typeface="Arial"/>
                          <a:ea typeface="Arial"/>
                          <a:cs typeface="Arial"/>
                          <a:sym typeface="Arial"/>
                        </a:rPr>
                      </a:br>
                      <a:r>
                        <a:rPr lang="pt-BR" sz="1800">
                          <a:solidFill>
                            <a:schemeClr val="dk1"/>
                          </a:solidFill>
                        </a:rPr>
                        <a:t>unsigned long long int</a:t>
                      </a:r>
                      <a:endParaRPr sz="1800" b="0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90000" marR="90000" marT="45725" marB="45725" anchor="ctr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1800" b="0" strike="noStrike">
                          <a:latin typeface="Arial"/>
                          <a:ea typeface="Arial"/>
                          <a:cs typeface="Arial"/>
                          <a:sym typeface="Arial"/>
                        </a:rPr>
                        <a:t>8 bytes</a:t>
                      </a:r>
                      <a:endParaRPr sz="1800" b="0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90000" marR="90000" marT="45725" marB="45725" anchor="ctr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1800" b="0" strike="noStrike">
                          <a:latin typeface="Arial"/>
                          <a:ea typeface="Arial"/>
                          <a:cs typeface="Arial"/>
                          <a:sym typeface="Arial"/>
                        </a:rPr>
                        <a:t>0 a </a:t>
                      </a:r>
                      <a:r>
                        <a:rPr lang="pt-BR" sz="1800"/>
                        <a:t>18446744073709551615</a:t>
                      </a:r>
                      <a:endParaRPr sz="1800" b="0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90000" marR="90000" marT="45725" marB="45725" anchor="ctr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349925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1800" b="0" strike="noStrike">
                          <a:latin typeface="Arial"/>
                          <a:ea typeface="Arial"/>
                          <a:cs typeface="Arial"/>
                          <a:sym typeface="Arial"/>
                        </a:rPr>
                        <a:t>float</a:t>
                      </a:r>
                      <a:endParaRPr sz="1800" b="0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90000" marR="90000" marT="45725" marB="45725" anchor="ctr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1800" b="0" strike="noStrike">
                          <a:latin typeface="Arial"/>
                          <a:ea typeface="Arial"/>
                          <a:cs typeface="Arial"/>
                          <a:sym typeface="Arial"/>
                        </a:rPr>
                        <a:t>4 bytes</a:t>
                      </a:r>
                      <a:endParaRPr sz="1800" b="0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90000" marR="90000" marT="45725" marB="45725" anchor="ctr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1800"/>
                        <a:t>-3.4E+38</a:t>
                      </a:r>
                      <a:r>
                        <a:rPr lang="pt-BR" sz="1800" b="0" strike="noStrike">
                          <a:latin typeface="Arial"/>
                          <a:ea typeface="Arial"/>
                          <a:cs typeface="Arial"/>
                          <a:sym typeface="Arial"/>
                        </a:rPr>
                        <a:t> a 3.4E+38 (6 casas)</a:t>
                      </a:r>
                      <a:endParaRPr sz="1800" b="0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90000" marR="90000" marT="45725" marB="45725" anchor="ctr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349925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1800" b="0" strike="noStrike">
                          <a:latin typeface="Arial"/>
                          <a:ea typeface="Arial"/>
                          <a:cs typeface="Arial"/>
                          <a:sym typeface="Arial"/>
                        </a:rPr>
                        <a:t>double</a:t>
                      </a:r>
                      <a:endParaRPr sz="1800" b="0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90000" marR="90000" marT="45725" marB="45725" anchor="ctr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1800" b="0" strike="noStrike">
                          <a:latin typeface="Arial"/>
                          <a:ea typeface="Arial"/>
                          <a:cs typeface="Arial"/>
                          <a:sym typeface="Arial"/>
                        </a:rPr>
                        <a:t>8 bytes</a:t>
                      </a:r>
                      <a:endParaRPr sz="1800" b="0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90000" marR="90000" marT="45725" marB="45725" anchor="ctr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1800"/>
                        <a:t>-</a:t>
                      </a:r>
                      <a:r>
                        <a:rPr lang="pt-BR" sz="1800">
                          <a:solidFill>
                            <a:schemeClr val="dk1"/>
                          </a:solidFill>
                        </a:rPr>
                        <a:t>1.8E+308</a:t>
                      </a:r>
                      <a:r>
                        <a:rPr lang="pt-BR" sz="1800" b="0" strike="noStrike">
                          <a:latin typeface="Arial"/>
                          <a:ea typeface="Arial"/>
                          <a:cs typeface="Arial"/>
                          <a:sym typeface="Arial"/>
                        </a:rPr>
                        <a:t> a 1.</a:t>
                      </a:r>
                      <a:r>
                        <a:rPr lang="pt-BR" sz="1800"/>
                        <a:t>8</a:t>
                      </a:r>
                      <a:r>
                        <a:rPr lang="pt-BR" sz="1800" b="0" strike="noStrike">
                          <a:latin typeface="Arial"/>
                          <a:ea typeface="Arial"/>
                          <a:cs typeface="Arial"/>
                          <a:sym typeface="Arial"/>
                        </a:rPr>
                        <a:t>E+308 (1</a:t>
                      </a:r>
                      <a:r>
                        <a:rPr lang="pt-BR" sz="1800"/>
                        <a:t>5</a:t>
                      </a:r>
                      <a:r>
                        <a:rPr lang="pt-BR" sz="1800" b="0" strike="noStrike">
                          <a:latin typeface="Arial"/>
                          <a:ea typeface="Arial"/>
                          <a:cs typeface="Arial"/>
                          <a:sym typeface="Arial"/>
                        </a:rPr>
                        <a:t> casas)</a:t>
                      </a:r>
                      <a:endParaRPr sz="1800" b="0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90000" marR="90000" marT="45725" marB="45725" anchor="ctr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349925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1800" b="0" strike="noStrike">
                          <a:latin typeface="Arial"/>
                          <a:ea typeface="Arial"/>
                          <a:cs typeface="Arial"/>
                          <a:sym typeface="Arial"/>
                        </a:rPr>
                        <a:t>long double</a:t>
                      </a:r>
                      <a:endParaRPr sz="1800" b="0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90000" marR="90000" marT="45725" marB="45725" anchor="ctr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1800" b="0" strike="noStrike">
                          <a:latin typeface="Arial"/>
                          <a:ea typeface="Arial"/>
                          <a:cs typeface="Arial"/>
                          <a:sym typeface="Arial"/>
                        </a:rPr>
                        <a:t>16 bytes</a:t>
                      </a:r>
                      <a:endParaRPr sz="1800" b="0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90000" marR="90000" marT="45725" marB="45725" anchor="ctr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1800"/>
                        <a:t>-</a:t>
                      </a:r>
                      <a:r>
                        <a:rPr lang="pt-BR" sz="1800">
                          <a:solidFill>
                            <a:schemeClr val="dk1"/>
                          </a:solidFill>
                        </a:rPr>
                        <a:t>1.2E+4932</a:t>
                      </a:r>
                      <a:r>
                        <a:rPr lang="pt-BR" sz="1800" b="0" strike="noStrike">
                          <a:latin typeface="Arial"/>
                          <a:ea typeface="Arial"/>
                          <a:cs typeface="Arial"/>
                          <a:sym typeface="Arial"/>
                        </a:rPr>
                        <a:t> a </a:t>
                      </a:r>
                      <a:r>
                        <a:rPr lang="pt-BR" sz="1800"/>
                        <a:t>1</a:t>
                      </a:r>
                      <a:r>
                        <a:rPr lang="pt-BR" sz="1800" b="0" strike="noStrike">
                          <a:latin typeface="Arial"/>
                          <a:ea typeface="Arial"/>
                          <a:cs typeface="Arial"/>
                          <a:sym typeface="Arial"/>
                        </a:rPr>
                        <a:t>.</a:t>
                      </a:r>
                      <a:r>
                        <a:rPr lang="pt-BR" sz="1800"/>
                        <a:t>2</a:t>
                      </a:r>
                      <a:r>
                        <a:rPr lang="pt-BR" sz="1800" b="0" strike="noStrike">
                          <a:latin typeface="Arial"/>
                          <a:ea typeface="Arial"/>
                          <a:cs typeface="Arial"/>
                          <a:sym typeface="Arial"/>
                        </a:rPr>
                        <a:t>E+4932 (1</a:t>
                      </a:r>
                      <a:r>
                        <a:rPr lang="pt-BR" sz="1800"/>
                        <a:t>8</a:t>
                      </a:r>
                      <a:r>
                        <a:rPr lang="pt-BR" sz="1800" b="0" strike="noStrike">
                          <a:latin typeface="Arial"/>
                          <a:ea typeface="Arial"/>
                          <a:cs typeface="Arial"/>
                          <a:sym typeface="Arial"/>
                        </a:rPr>
                        <a:t> casas)</a:t>
                      </a:r>
                      <a:endParaRPr sz="1800" b="0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90000" marR="90000" marT="45725" marB="45725" anchor="ctr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</a:tbl>
          </a:graphicData>
        </a:graphic>
      </p:graphicFrame>
      <p:sp>
        <p:nvSpPr>
          <p:cNvPr id="180" name="Google Shape;180;p28"/>
          <p:cNvSpPr txBox="1"/>
          <p:nvPr/>
        </p:nvSpPr>
        <p:spPr>
          <a:xfrm>
            <a:off x="2713375" y="6877725"/>
            <a:ext cx="6065100" cy="465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/>
              <a:t>Algoritmos e Programação de Computadores I</a:t>
            </a:r>
            <a:endParaRPr/>
          </a:p>
        </p:txBody>
      </p:sp>
      <p:sp>
        <p:nvSpPr>
          <p:cNvPr id="181" name="Google Shape;181;p28"/>
          <p:cNvSpPr txBox="1">
            <a:spLocks noGrp="1"/>
          </p:cNvSpPr>
          <p:nvPr>
            <p:ph type="sldNum" idx="12"/>
          </p:nvPr>
        </p:nvSpPr>
        <p:spPr>
          <a:xfrm>
            <a:off x="9433260" y="6981108"/>
            <a:ext cx="604800" cy="5787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15</a:t>
            </a:fld>
            <a:r>
              <a:rPr sz="1200"/>
              <a:t>15</a:t>
            </a:r>
            <a:endParaRPr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6" name="Google Shape;186;p29"/>
          <p:cNvSpPr txBox="1"/>
          <p:nvPr/>
        </p:nvSpPr>
        <p:spPr>
          <a:xfrm>
            <a:off x="144000" y="157320"/>
            <a:ext cx="9792000" cy="12621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4400" b="0" strike="noStrike">
                <a:latin typeface="Arial"/>
                <a:ea typeface="Arial"/>
                <a:cs typeface="Arial"/>
                <a:sym typeface="Arial"/>
              </a:rPr>
              <a:t> Definindo um </a:t>
            </a:r>
            <a:r>
              <a:rPr lang="pt-BR" sz="4400"/>
              <a:t>N</a:t>
            </a:r>
            <a:r>
              <a:rPr lang="pt-BR" sz="4400" b="0" strike="noStrike">
                <a:latin typeface="Arial"/>
                <a:ea typeface="Arial"/>
                <a:cs typeface="Arial"/>
                <a:sym typeface="Arial"/>
              </a:rPr>
              <a:t>ome para um </a:t>
            </a:r>
            <a:r>
              <a:rPr lang="pt-BR" sz="4400"/>
              <a:t>T</a:t>
            </a:r>
            <a:r>
              <a:rPr lang="pt-BR" sz="4400" b="0" strike="noStrike">
                <a:latin typeface="Arial"/>
                <a:ea typeface="Arial"/>
                <a:cs typeface="Arial"/>
                <a:sym typeface="Arial"/>
              </a:rPr>
              <a:t>ipo</a:t>
            </a:r>
            <a:endParaRPr sz="4400" b="0" strike="noStrike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7" name="Google Shape;187;p29"/>
          <p:cNvSpPr txBox="1"/>
          <p:nvPr/>
        </p:nvSpPr>
        <p:spPr>
          <a:xfrm>
            <a:off x="144000" y="1584000"/>
            <a:ext cx="9792000" cy="504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432000" marR="0" lvl="0" indent="-32400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40"/>
              <a:buFont typeface="Noto Sans Symbols"/>
              <a:buChar char="●"/>
            </a:pPr>
            <a:r>
              <a:rPr lang="pt-BR" sz="3200" b="0" strike="noStrike">
                <a:latin typeface="Arial"/>
                <a:ea typeface="Arial"/>
                <a:cs typeface="Arial"/>
                <a:sym typeface="Arial"/>
              </a:rPr>
              <a:t>C permite </a:t>
            </a:r>
            <a:r>
              <a:rPr lang="pt-BR" sz="3200"/>
              <a:t>criar</a:t>
            </a:r>
            <a:r>
              <a:rPr lang="pt-BR" sz="3200" b="0" strike="noStrike">
                <a:latin typeface="Arial"/>
                <a:ea typeface="Arial"/>
                <a:cs typeface="Arial"/>
                <a:sym typeface="Arial"/>
              </a:rPr>
              <a:t> novos nomes para os tipos.</a:t>
            </a:r>
            <a:endParaRPr sz="3200" b="0" strike="noStrike">
              <a:latin typeface="Arial"/>
              <a:ea typeface="Arial"/>
              <a:cs typeface="Arial"/>
              <a:sym typeface="Arial"/>
            </a:endParaRPr>
          </a:p>
          <a:p>
            <a:pPr marL="432000" marR="0" lvl="0" indent="-324000" algn="l" rtl="0">
              <a:spcBef>
                <a:spcPts val="1417"/>
              </a:spcBef>
              <a:spcAft>
                <a:spcPts val="0"/>
              </a:spcAft>
              <a:buClr>
                <a:srgbClr val="000000"/>
              </a:buClr>
              <a:buSzPts val="1440"/>
              <a:buFont typeface="Noto Sans Symbols"/>
              <a:buChar char="●"/>
            </a:pPr>
            <a:r>
              <a:rPr lang="pt-BR" sz="3200" b="0" strike="noStrike">
                <a:latin typeface="Arial"/>
                <a:ea typeface="Arial"/>
                <a:cs typeface="Arial"/>
                <a:sym typeface="Arial"/>
              </a:rPr>
              <a:t>Ajuda na portabilidade do código.</a:t>
            </a:r>
            <a:endParaRPr sz="3200" b="0" strike="noStrike">
              <a:latin typeface="Arial"/>
              <a:ea typeface="Arial"/>
              <a:cs typeface="Arial"/>
              <a:sym typeface="Arial"/>
            </a:endParaRPr>
          </a:p>
          <a:p>
            <a:pPr marL="431999" marR="0" lvl="0" indent="-324000" algn="l" rtl="0">
              <a:spcBef>
                <a:spcPts val="1417"/>
              </a:spcBef>
              <a:spcAft>
                <a:spcPts val="0"/>
              </a:spcAft>
              <a:buClr>
                <a:srgbClr val="000000"/>
              </a:buClr>
              <a:buSzPts val="1440"/>
              <a:buFont typeface="Noto Sans Symbols"/>
              <a:buChar char="●"/>
            </a:pPr>
            <a:r>
              <a:rPr lang="pt-BR" sz="3200"/>
              <a:t>Forma de declarar: </a:t>
            </a:r>
            <a:endParaRPr sz="3200"/>
          </a:p>
          <a:p>
            <a:pPr marL="457200" marR="0" lvl="0" indent="0" algn="l" rtl="0">
              <a:spcBef>
                <a:spcPts val="1417"/>
              </a:spcBef>
              <a:spcAft>
                <a:spcPts val="0"/>
              </a:spcAft>
              <a:buNone/>
            </a:pPr>
            <a:r>
              <a:rPr lang="pt-BR" sz="3200" b="0" i="1" strike="noStrike">
                <a:latin typeface="Arial"/>
                <a:ea typeface="Arial"/>
                <a:cs typeface="Arial"/>
                <a:sym typeface="Arial"/>
              </a:rPr>
              <a:t>typedef &lt;tipo&gt; &lt;novo_nome&gt;;</a:t>
            </a:r>
            <a:endParaRPr sz="3200" b="0" i="1" strike="noStrike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8" name="Google Shape;188;p29"/>
          <p:cNvSpPr txBox="1"/>
          <p:nvPr/>
        </p:nvSpPr>
        <p:spPr>
          <a:xfrm>
            <a:off x="2713375" y="6877725"/>
            <a:ext cx="6065100" cy="465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/>
              <a:t>Algoritmos e Programação de Computadores I</a:t>
            </a:r>
            <a:endParaRPr/>
          </a:p>
        </p:txBody>
      </p:sp>
      <p:sp>
        <p:nvSpPr>
          <p:cNvPr id="189" name="Google Shape;189;p29"/>
          <p:cNvSpPr txBox="1">
            <a:spLocks noGrp="1"/>
          </p:cNvSpPr>
          <p:nvPr>
            <p:ph type="sldNum" idx="12"/>
          </p:nvPr>
        </p:nvSpPr>
        <p:spPr>
          <a:xfrm>
            <a:off x="9433260" y="6981108"/>
            <a:ext cx="604800" cy="5787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16</a:t>
            </a:fld>
            <a:r>
              <a:rPr sz="1200"/>
              <a:t>16</a:t>
            </a:r>
            <a:endParaRPr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" name="Google Shape;194;p30"/>
          <p:cNvSpPr txBox="1"/>
          <p:nvPr/>
        </p:nvSpPr>
        <p:spPr>
          <a:xfrm>
            <a:off x="144000" y="157320"/>
            <a:ext cx="9792000" cy="12621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4400" b="0" strike="noStrike">
                <a:latin typeface="Arial"/>
                <a:ea typeface="Arial"/>
                <a:cs typeface="Arial"/>
                <a:sym typeface="Arial"/>
              </a:rPr>
              <a:t> Exemplo de typedef</a:t>
            </a:r>
            <a:endParaRPr sz="4400" b="0" strike="noStrike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5" name="Google Shape;195;p30"/>
          <p:cNvSpPr txBox="1"/>
          <p:nvPr/>
        </p:nvSpPr>
        <p:spPr>
          <a:xfrm>
            <a:off x="144000" y="1584000"/>
            <a:ext cx="9792000" cy="504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18000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3200" b="0" strike="noStrike">
                <a:latin typeface="Arial"/>
                <a:ea typeface="Arial"/>
                <a:cs typeface="Arial"/>
                <a:sym typeface="Arial"/>
              </a:rPr>
              <a:t>typedef </a:t>
            </a:r>
            <a:r>
              <a:rPr lang="pt-BR" sz="3200">
                <a:solidFill>
                  <a:schemeClr val="dk1"/>
                </a:solidFill>
              </a:rPr>
              <a:t>unsigned char byte;</a:t>
            </a:r>
            <a:endParaRPr sz="3200" b="0" strike="noStrike">
              <a:latin typeface="Arial"/>
              <a:ea typeface="Arial"/>
              <a:cs typeface="Arial"/>
              <a:sym typeface="Arial"/>
            </a:endParaRPr>
          </a:p>
          <a:p>
            <a:pPr marL="18000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3200" b="0" strike="noStrike">
              <a:latin typeface="Arial"/>
              <a:ea typeface="Arial"/>
              <a:cs typeface="Arial"/>
              <a:sym typeface="Arial"/>
            </a:endParaRPr>
          </a:p>
          <a:p>
            <a:pPr marL="18000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3200"/>
              <a:t>typedef unsigned short int u_short_int;</a:t>
            </a:r>
            <a:endParaRPr sz="3200" b="0" strike="noStrike">
              <a:latin typeface="Arial"/>
              <a:ea typeface="Arial"/>
              <a:cs typeface="Arial"/>
              <a:sym typeface="Arial"/>
            </a:endParaRPr>
          </a:p>
          <a:p>
            <a:pPr marL="18000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3200"/>
          </a:p>
          <a:p>
            <a:pPr marL="18000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3200"/>
              <a:t>typedef long int bigint;</a:t>
            </a:r>
            <a:endParaRPr sz="3200"/>
          </a:p>
          <a:p>
            <a:pPr marL="18000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3200"/>
          </a:p>
          <a:p>
            <a:pPr marL="18000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3200" b="0" strike="noStrike">
                <a:latin typeface="Arial"/>
                <a:ea typeface="Arial"/>
                <a:cs typeface="Arial"/>
                <a:sym typeface="Arial"/>
              </a:rPr>
              <a:t>typedef float real;</a:t>
            </a:r>
            <a:endParaRPr sz="3200" b="0" strike="noStrike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6" name="Google Shape;196;p30"/>
          <p:cNvSpPr txBox="1"/>
          <p:nvPr/>
        </p:nvSpPr>
        <p:spPr>
          <a:xfrm>
            <a:off x="2713375" y="6877725"/>
            <a:ext cx="6065100" cy="465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/>
              <a:t>Algoritmos e Programação de Computadores I</a:t>
            </a:r>
            <a:endParaRPr/>
          </a:p>
        </p:txBody>
      </p:sp>
      <p:sp>
        <p:nvSpPr>
          <p:cNvPr id="197" name="Google Shape;197;p30"/>
          <p:cNvSpPr txBox="1">
            <a:spLocks noGrp="1"/>
          </p:cNvSpPr>
          <p:nvPr>
            <p:ph type="sldNum" idx="12"/>
          </p:nvPr>
        </p:nvSpPr>
        <p:spPr>
          <a:xfrm>
            <a:off x="9433260" y="6981108"/>
            <a:ext cx="604800" cy="5787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17</a:t>
            </a:fld>
            <a:r>
              <a:rPr sz="1200"/>
              <a:t>17</a:t>
            </a:r>
            <a:endParaRPr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2" name="Google Shape;202;p31"/>
          <p:cNvSpPr txBox="1"/>
          <p:nvPr/>
        </p:nvSpPr>
        <p:spPr>
          <a:xfrm>
            <a:off x="144000" y="157320"/>
            <a:ext cx="9792000" cy="1262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4400" b="0" i="0" u="none" strike="noStrike" cap="none">
                <a:latin typeface="Arial"/>
                <a:ea typeface="Arial"/>
                <a:cs typeface="Arial"/>
                <a:sym typeface="Arial"/>
              </a:rPr>
              <a:t> Variáveis</a:t>
            </a:r>
            <a:endParaRPr sz="4400" b="0" strike="noStrike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3" name="Google Shape;203;p31"/>
          <p:cNvSpPr txBox="1"/>
          <p:nvPr/>
        </p:nvSpPr>
        <p:spPr>
          <a:xfrm>
            <a:off x="144000" y="1584000"/>
            <a:ext cx="9792000" cy="504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431999" marR="0" lvl="0" indent="-32400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40"/>
              <a:buFont typeface="Noto Sans Symbols"/>
              <a:buChar char="●"/>
            </a:pPr>
            <a:r>
              <a:rPr lang="pt-BR" sz="3200" b="0" strike="noStrike">
                <a:latin typeface="Arial"/>
                <a:ea typeface="Arial"/>
                <a:cs typeface="Arial"/>
                <a:sym typeface="Arial"/>
              </a:rPr>
              <a:t>Uma posição de memória nomeada que armazena um valor de </a:t>
            </a:r>
            <a:r>
              <a:rPr lang="pt-BR" sz="3200"/>
              <a:t>acordo com o tipo definido</a:t>
            </a:r>
            <a:r>
              <a:rPr lang="pt-BR" sz="3200" b="0" strike="noStrike">
                <a:latin typeface="Arial"/>
                <a:ea typeface="Arial"/>
                <a:cs typeface="Arial"/>
                <a:sym typeface="Arial"/>
              </a:rPr>
              <a:t>.</a:t>
            </a:r>
            <a:endParaRPr sz="3200" b="0" strike="noStrike">
              <a:latin typeface="Arial"/>
              <a:ea typeface="Arial"/>
              <a:cs typeface="Arial"/>
              <a:sym typeface="Arial"/>
            </a:endParaRPr>
          </a:p>
          <a:p>
            <a:pPr marL="431999" marR="0" lvl="0" indent="-324000" algn="l" rtl="0">
              <a:spcBef>
                <a:spcPts val="1417"/>
              </a:spcBef>
              <a:spcAft>
                <a:spcPts val="0"/>
              </a:spcAft>
              <a:buClr>
                <a:srgbClr val="000000"/>
              </a:buClr>
              <a:buSzPts val="1440"/>
              <a:buFont typeface="Noto Sans Symbols"/>
              <a:buChar char="●"/>
            </a:pPr>
            <a:r>
              <a:rPr lang="pt-BR" sz="3200" b="0" strike="noStrike">
                <a:latin typeface="Arial"/>
                <a:ea typeface="Arial"/>
                <a:cs typeface="Arial"/>
                <a:sym typeface="Arial"/>
              </a:rPr>
              <a:t>Forma de declarar: </a:t>
            </a:r>
            <a:endParaRPr sz="3200" b="0" strike="noStrike">
              <a:latin typeface="Arial"/>
              <a:ea typeface="Arial"/>
              <a:cs typeface="Arial"/>
              <a:sym typeface="Arial"/>
            </a:endParaRPr>
          </a:p>
          <a:p>
            <a:pPr marL="457200" marR="0" lvl="0" indent="0" algn="l" rtl="0">
              <a:spcBef>
                <a:spcPts val="1417"/>
              </a:spcBef>
              <a:spcAft>
                <a:spcPts val="0"/>
              </a:spcAft>
              <a:buNone/>
            </a:pPr>
            <a:r>
              <a:rPr lang="pt-BR" sz="3200" b="0" i="1" strike="noStrike">
                <a:latin typeface="Arial"/>
                <a:ea typeface="Arial"/>
                <a:cs typeface="Arial"/>
                <a:sym typeface="Arial"/>
              </a:rPr>
              <a:t>&lt;tipo&gt; &lt;nome_da_vari</a:t>
            </a:r>
            <a:r>
              <a:rPr lang="pt-BR" sz="3200" i="1"/>
              <a:t>á</a:t>
            </a:r>
            <a:r>
              <a:rPr lang="pt-BR" sz="3200" b="0" i="1" strike="noStrike">
                <a:latin typeface="Arial"/>
                <a:ea typeface="Arial"/>
                <a:cs typeface="Arial"/>
                <a:sym typeface="Arial"/>
              </a:rPr>
              <a:t>vel&gt;;</a:t>
            </a:r>
            <a:endParaRPr sz="3200" b="0" strike="noStrike">
              <a:latin typeface="Arial"/>
              <a:ea typeface="Arial"/>
              <a:cs typeface="Arial"/>
              <a:sym typeface="Arial"/>
            </a:endParaRPr>
          </a:p>
          <a:p>
            <a:pPr marL="864000" marR="0" lvl="1" indent="-324000" algn="l" rtl="0">
              <a:spcBef>
                <a:spcPts val="1134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Noto Sans Symbols"/>
              <a:buChar char="−"/>
            </a:pPr>
            <a:r>
              <a:rPr lang="pt-BR" sz="2800" b="0" i="0" u="none" strike="noStrike" cap="none">
                <a:latin typeface="Arial"/>
                <a:ea typeface="Arial"/>
                <a:cs typeface="Arial"/>
                <a:sym typeface="Arial"/>
              </a:rPr>
              <a:t>Deve-se iniciar com letra ou _, depois letras e dígitos.</a:t>
            </a:r>
            <a:endParaRPr sz="2800" b="0" i="0" u="none" strike="noStrike" cap="none">
              <a:latin typeface="Arial"/>
              <a:ea typeface="Arial"/>
              <a:cs typeface="Arial"/>
              <a:sym typeface="Arial"/>
            </a:endParaRPr>
          </a:p>
          <a:p>
            <a:pPr marL="864000" lvl="1" indent="-324000" algn="l" rtl="0">
              <a:spcBef>
                <a:spcPts val="1134"/>
              </a:spcBef>
              <a:spcAft>
                <a:spcPts val="0"/>
              </a:spcAft>
              <a:buClr>
                <a:schemeClr val="dk1"/>
              </a:buClr>
              <a:buSzPts val="2100"/>
              <a:buFont typeface="Noto Sans Symbols"/>
              <a:buChar char="−"/>
            </a:pPr>
            <a:r>
              <a:rPr lang="pt-BR" sz="2800">
                <a:solidFill>
                  <a:schemeClr val="dk1"/>
                </a:solidFill>
              </a:rPr>
              <a:t>Nome preferencialmente em minúsculo.</a:t>
            </a:r>
            <a:endParaRPr sz="2800"/>
          </a:p>
          <a:p>
            <a:pPr marL="864000" marR="0" lvl="1" indent="-324000" algn="l" rtl="0">
              <a:spcBef>
                <a:spcPts val="1134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Noto Sans Symbols"/>
              <a:buChar char="−"/>
            </a:pPr>
            <a:r>
              <a:rPr lang="pt-BR" sz="2800" b="0" i="0" u="none" strike="noStrike" cap="none">
                <a:latin typeface="Arial"/>
                <a:ea typeface="Arial"/>
                <a:cs typeface="Arial"/>
                <a:sym typeface="Arial"/>
              </a:rPr>
              <a:t>Não usar palavras reservadas.</a:t>
            </a:r>
            <a:endParaRPr sz="2800" b="0" i="0" u="none" strike="noStrike" cap="none">
              <a:latin typeface="Arial"/>
              <a:ea typeface="Arial"/>
              <a:cs typeface="Arial"/>
              <a:sym typeface="Arial"/>
            </a:endParaRPr>
          </a:p>
          <a:p>
            <a:pPr marL="864000" marR="0" lvl="1" indent="-324000" algn="l" rtl="0">
              <a:spcBef>
                <a:spcPts val="1134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Noto Sans Symbols"/>
              <a:buChar char="−"/>
            </a:pPr>
            <a:r>
              <a:rPr lang="pt-BR" sz="2800"/>
              <a:t>Pode-se atribuir um valor inicial à variável</a:t>
            </a:r>
            <a:r>
              <a:rPr lang="pt-BR" sz="2800" b="0" i="0" u="none" strike="noStrike" cap="none">
                <a:latin typeface="Arial"/>
                <a:ea typeface="Arial"/>
                <a:cs typeface="Arial"/>
                <a:sym typeface="Arial"/>
              </a:rPr>
              <a:t>.</a:t>
            </a:r>
            <a:endParaRPr sz="2800"/>
          </a:p>
        </p:txBody>
      </p:sp>
      <p:sp>
        <p:nvSpPr>
          <p:cNvPr id="204" name="Google Shape;204;p31"/>
          <p:cNvSpPr txBox="1"/>
          <p:nvPr/>
        </p:nvSpPr>
        <p:spPr>
          <a:xfrm>
            <a:off x="2713375" y="6877725"/>
            <a:ext cx="6065100" cy="465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/>
              <a:t>Algoritmos e Programação de Computadores I</a:t>
            </a:r>
            <a:endParaRPr/>
          </a:p>
        </p:txBody>
      </p:sp>
      <p:sp>
        <p:nvSpPr>
          <p:cNvPr id="205" name="Google Shape;205;p31"/>
          <p:cNvSpPr txBox="1">
            <a:spLocks noGrp="1"/>
          </p:cNvSpPr>
          <p:nvPr>
            <p:ph type="sldNum" idx="12"/>
          </p:nvPr>
        </p:nvSpPr>
        <p:spPr>
          <a:xfrm>
            <a:off x="9433260" y="6981108"/>
            <a:ext cx="604800" cy="5787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18</a:t>
            </a:fld>
            <a:r>
              <a:rPr sz="1200"/>
              <a:t>18</a:t>
            </a:r>
            <a:endParaRPr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0" name="Google Shape;210;p32"/>
          <p:cNvSpPr txBox="1"/>
          <p:nvPr/>
        </p:nvSpPr>
        <p:spPr>
          <a:xfrm>
            <a:off x="144000" y="157320"/>
            <a:ext cx="9792000" cy="1262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4400" b="0" i="0" u="none" strike="noStrike" cap="none"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pt-BR" sz="4400"/>
              <a:t>Alocando uma Variável na Memória</a:t>
            </a:r>
            <a:endParaRPr sz="4400" b="0" strike="noStrike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1" name="Google Shape;211;p32"/>
          <p:cNvSpPr txBox="1"/>
          <p:nvPr/>
        </p:nvSpPr>
        <p:spPr>
          <a:xfrm>
            <a:off x="2713375" y="6877725"/>
            <a:ext cx="6065100" cy="465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/>
              <a:t>Algoritmos e Programação de Computadores I</a:t>
            </a:r>
            <a:endParaRPr/>
          </a:p>
        </p:txBody>
      </p:sp>
      <p:sp>
        <p:nvSpPr>
          <p:cNvPr id="212" name="Google Shape;212;p32"/>
          <p:cNvSpPr txBox="1">
            <a:spLocks noGrp="1"/>
          </p:cNvSpPr>
          <p:nvPr>
            <p:ph type="sldNum" idx="12"/>
          </p:nvPr>
        </p:nvSpPr>
        <p:spPr>
          <a:xfrm>
            <a:off x="9433260" y="6981108"/>
            <a:ext cx="604800" cy="5787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19</a:t>
            </a:fld>
            <a:r>
              <a:rPr sz="1200"/>
              <a:t>19</a:t>
            </a:r>
            <a:endParaRPr/>
          </a:p>
        </p:txBody>
      </p:sp>
      <p:pic>
        <p:nvPicPr>
          <p:cNvPr id="213" name="Google Shape;213;p3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09100" y="1419426"/>
            <a:ext cx="7062429" cy="51717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8" name="Google Shape;218;p33"/>
          <p:cNvSpPr txBox="1"/>
          <p:nvPr/>
        </p:nvSpPr>
        <p:spPr>
          <a:xfrm>
            <a:off x="144000" y="157320"/>
            <a:ext cx="9792000" cy="1262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4400" b="0" strike="noStrike">
                <a:latin typeface="Arial"/>
                <a:ea typeface="Arial"/>
                <a:cs typeface="Arial"/>
                <a:sym typeface="Arial"/>
              </a:rPr>
              <a:t> Exemplo de Variáveis</a:t>
            </a:r>
            <a:endParaRPr sz="4400" b="0" strike="noStrike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9" name="Google Shape;219;p33"/>
          <p:cNvSpPr txBox="1"/>
          <p:nvPr/>
        </p:nvSpPr>
        <p:spPr>
          <a:xfrm>
            <a:off x="144000" y="1584000"/>
            <a:ext cx="9792000" cy="504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18000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Font typeface="Arial"/>
              <a:buNone/>
            </a:pPr>
            <a:r>
              <a:rPr lang="pt-BR" sz="2600">
                <a:solidFill>
                  <a:schemeClr val="dk1"/>
                </a:solidFill>
              </a:rPr>
              <a:t>int var1, _var; </a:t>
            </a:r>
            <a:r>
              <a:rPr lang="pt-BR" sz="2600">
                <a:solidFill>
                  <a:srgbClr val="0000FF"/>
                </a:solidFill>
              </a:rPr>
              <a:t>// Nomes válidos</a:t>
            </a:r>
            <a:endParaRPr sz="2600">
              <a:solidFill>
                <a:srgbClr val="0000FF"/>
              </a:solidFill>
            </a:endParaRPr>
          </a:p>
          <a:p>
            <a:pPr marL="18000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Font typeface="Arial"/>
              <a:buNone/>
            </a:pPr>
            <a:r>
              <a:rPr lang="pt-BR" sz="2600">
                <a:solidFill>
                  <a:schemeClr val="dk1"/>
                </a:solidFill>
              </a:rPr>
              <a:t>int 1var, @var; </a:t>
            </a:r>
            <a:r>
              <a:rPr lang="pt-BR" sz="2600">
                <a:solidFill>
                  <a:srgbClr val="FF0000"/>
                </a:solidFill>
              </a:rPr>
              <a:t>// Nomes inválidos</a:t>
            </a:r>
            <a:endParaRPr sz="2600"/>
          </a:p>
          <a:p>
            <a:pPr marL="18000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 sz="2600" b="0" strike="noStrike">
                <a:latin typeface="Arial"/>
                <a:ea typeface="Arial"/>
                <a:cs typeface="Arial"/>
                <a:sym typeface="Arial"/>
              </a:rPr>
              <a:t>double valor_produto; </a:t>
            </a:r>
            <a:r>
              <a:rPr lang="pt-BR" sz="2600" b="0" strike="noStrike">
                <a:solidFill>
                  <a:srgbClr val="0000FF"/>
                </a:solidFill>
                <a:latin typeface="Arial"/>
                <a:ea typeface="Arial"/>
                <a:cs typeface="Arial"/>
                <a:sym typeface="Arial"/>
              </a:rPr>
              <a:t>// Nome no Padrão ANSI C</a:t>
            </a:r>
            <a:endParaRPr sz="2600" b="0" strike="noStrike">
              <a:solidFill>
                <a:srgbClr val="0000FF"/>
              </a:solidFill>
              <a:latin typeface="Arial"/>
              <a:ea typeface="Arial"/>
              <a:cs typeface="Arial"/>
              <a:sym typeface="Arial"/>
            </a:endParaRPr>
          </a:p>
          <a:p>
            <a:pPr marL="18000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 sz="2600" b="0" strike="noStrike">
                <a:latin typeface="Arial"/>
                <a:ea typeface="Arial"/>
                <a:cs typeface="Arial"/>
                <a:sym typeface="Arial"/>
              </a:rPr>
              <a:t>double valorProduto; </a:t>
            </a:r>
            <a:r>
              <a:rPr lang="pt-BR" sz="2600" b="0" strike="noStrike">
                <a:solidFill>
                  <a:srgbClr val="0000FF"/>
                </a:solidFill>
                <a:latin typeface="Arial"/>
                <a:ea typeface="Arial"/>
                <a:cs typeface="Arial"/>
                <a:sym typeface="Arial"/>
              </a:rPr>
              <a:t>// Nome no Padrão Camel-Case</a:t>
            </a:r>
            <a:endParaRPr sz="2600" b="0" strike="noStrike">
              <a:solidFill>
                <a:srgbClr val="0000FF"/>
              </a:solidFill>
              <a:latin typeface="Arial"/>
              <a:ea typeface="Arial"/>
              <a:cs typeface="Arial"/>
              <a:sym typeface="Arial"/>
            </a:endParaRPr>
          </a:p>
          <a:p>
            <a:pPr marL="18000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 sz="2600">
                <a:solidFill>
                  <a:schemeClr val="dk1"/>
                </a:solidFill>
              </a:rPr>
              <a:t>int var1 = 0; </a:t>
            </a:r>
            <a:r>
              <a:rPr lang="pt-BR" sz="2600">
                <a:solidFill>
                  <a:srgbClr val="0000FF"/>
                </a:solidFill>
              </a:rPr>
              <a:t>// Declaração com valor inicial</a:t>
            </a:r>
            <a:endParaRPr sz="2600">
              <a:solidFill>
                <a:srgbClr val="0000FF"/>
              </a:solidFill>
            </a:endParaRPr>
          </a:p>
          <a:p>
            <a:pPr marL="18000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Font typeface="Arial"/>
              <a:buNone/>
            </a:pPr>
            <a:r>
              <a:rPr lang="pt-BR" sz="2600">
                <a:solidFill>
                  <a:schemeClr val="dk1"/>
                </a:solidFill>
              </a:rPr>
              <a:t>int var1 = var2 = 0; </a:t>
            </a:r>
            <a:r>
              <a:rPr lang="pt-BR" sz="2600">
                <a:solidFill>
                  <a:srgbClr val="FF0000"/>
                </a:solidFill>
              </a:rPr>
              <a:t>// Declaração inválida</a:t>
            </a:r>
            <a:endParaRPr sz="2600">
              <a:solidFill>
                <a:srgbClr val="FF0000"/>
              </a:solidFill>
            </a:endParaRPr>
          </a:p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2600"/>
          </a:p>
        </p:txBody>
      </p:sp>
      <p:sp>
        <p:nvSpPr>
          <p:cNvPr id="220" name="Google Shape;220;p33"/>
          <p:cNvSpPr txBox="1"/>
          <p:nvPr/>
        </p:nvSpPr>
        <p:spPr>
          <a:xfrm>
            <a:off x="2713375" y="6877725"/>
            <a:ext cx="6065100" cy="465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/>
              <a:t>Algoritmos e Programação de Computadores I</a:t>
            </a:r>
            <a:endParaRPr/>
          </a:p>
        </p:txBody>
      </p:sp>
      <p:sp>
        <p:nvSpPr>
          <p:cNvPr id="221" name="Google Shape;221;p33"/>
          <p:cNvSpPr txBox="1">
            <a:spLocks noGrp="1"/>
          </p:cNvSpPr>
          <p:nvPr>
            <p:ph type="sldNum" idx="12"/>
          </p:nvPr>
        </p:nvSpPr>
        <p:spPr>
          <a:xfrm>
            <a:off x="9433260" y="6981108"/>
            <a:ext cx="604800" cy="5787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20</a:t>
            </a:fld>
            <a:r>
              <a:rPr sz="1200"/>
              <a:t>20</a:t>
            </a:r>
            <a:endParaRPr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6" name="Google Shape;226;p34"/>
          <p:cNvSpPr txBox="1"/>
          <p:nvPr/>
        </p:nvSpPr>
        <p:spPr>
          <a:xfrm>
            <a:off x="144000" y="157320"/>
            <a:ext cx="9792000" cy="1262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4400" b="0" strike="noStrike">
                <a:latin typeface="Arial"/>
                <a:ea typeface="Arial"/>
                <a:cs typeface="Arial"/>
                <a:sym typeface="Arial"/>
              </a:rPr>
              <a:t> Escopo de Variáveis</a:t>
            </a:r>
            <a:endParaRPr sz="4400" b="0" strike="noStrike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7" name="Google Shape;227;p34"/>
          <p:cNvSpPr txBox="1"/>
          <p:nvPr/>
        </p:nvSpPr>
        <p:spPr>
          <a:xfrm>
            <a:off x="144000" y="1584000"/>
            <a:ext cx="9792000" cy="504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431999" marR="0" lvl="0" indent="-32400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40"/>
              <a:buFont typeface="Noto Sans Symbols"/>
              <a:buChar char="●"/>
            </a:pPr>
            <a:r>
              <a:rPr lang="pt-BR" sz="3200" b="0" strike="noStrike">
                <a:latin typeface="Arial"/>
                <a:ea typeface="Arial"/>
                <a:cs typeface="Arial"/>
                <a:sym typeface="Arial"/>
              </a:rPr>
              <a:t>Local</a:t>
            </a:r>
            <a:endParaRPr sz="3200" b="0" strike="noStrike">
              <a:latin typeface="Arial"/>
              <a:ea typeface="Arial"/>
              <a:cs typeface="Arial"/>
              <a:sym typeface="Arial"/>
            </a:endParaRPr>
          </a:p>
          <a:p>
            <a:pPr marL="864000" marR="0" lvl="1" indent="-324000" algn="l" rtl="0">
              <a:spcBef>
                <a:spcPts val="1134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Noto Sans Symbols"/>
              <a:buChar char="−"/>
            </a:pPr>
            <a:r>
              <a:rPr lang="pt-BR" sz="2800" b="0" i="0" u="none" strike="noStrike" cap="none">
                <a:latin typeface="Arial"/>
                <a:ea typeface="Arial"/>
                <a:cs typeface="Arial"/>
                <a:sym typeface="Arial"/>
              </a:rPr>
              <a:t>Variáveis declaradas dentro de bloco { }.</a:t>
            </a:r>
            <a:endParaRPr sz="2800" b="0" i="0" u="none" strike="noStrike" cap="none">
              <a:latin typeface="Arial"/>
              <a:ea typeface="Arial"/>
              <a:cs typeface="Arial"/>
              <a:sym typeface="Arial"/>
            </a:endParaRPr>
          </a:p>
          <a:p>
            <a:pPr marL="864000" marR="0" lvl="1" indent="-324000" algn="l" rtl="0">
              <a:spcBef>
                <a:spcPts val="1134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Noto Sans Symbols"/>
              <a:buChar char="−"/>
            </a:pPr>
            <a:r>
              <a:rPr lang="pt-BR" sz="2800" b="0" i="0" u="none" strike="noStrike" cap="none">
                <a:latin typeface="Arial"/>
                <a:ea typeface="Arial"/>
                <a:cs typeface="Arial"/>
                <a:sym typeface="Arial"/>
              </a:rPr>
              <a:t>São reconhecidas somente dentro do bloco.</a:t>
            </a:r>
            <a:endParaRPr sz="2800" b="0" i="0" u="none" strike="noStrike" cap="none">
              <a:latin typeface="Arial"/>
              <a:ea typeface="Arial"/>
              <a:cs typeface="Arial"/>
              <a:sym typeface="Arial"/>
            </a:endParaRPr>
          </a:p>
          <a:p>
            <a:pPr marL="431999" marR="0" lvl="0" indent="-324000" algn="l" rtl="0">
              <a:spcBef>
                <a:spcPts val="1417"/>
              </a:spcBef>
              <a:spcAft>
                <a:spcPts val="0"/>
              </a:spcAft>
              <a:buClr>
                <a:srgbClr val="000000"/>
              </a:buClr>
              <a:buSzPts val="1440"/>
              <a:buFont typeface="Noto Sans Symbols"/>
              <a:buChar char="●"/>
            </a:pPr>
            <a:r>
              <a:rPr lang="pt-BR" sz="3200" b="0" strike="noStrike">
                <a:latin typeface="Arial"/>
                <a:ea typeface="Arial"/>
                <a:cs typeface="Arial"/>
                <a:sym typeface="Arial"/>
              </a:rPr>
              <a:t>Global</a:t>
            </a:r>
            <a:endParaRPr sz="3200" b="0" strike="noStrike">
              <a:latin typeface="Arial"/>
              <a:ea typeface="Arial"/>
              <a:cs typeface="Arial"/>
              <a:sym typeface="Arial"/>
            </a:endParaRPr>
          </a:p>
          <a:p>
            <a:pPr marL="864000" marR="0" lvl="1" indent="-324000" algn="l" rtl="0">
              <a:spcBef>
                <a:spcPts val="1134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Noto Sans Symbols"/>
              <a:buChar char="−"/>
            </a:pPr>
            <a:r>
              <a:rPr lang="pt-BR" sz="2800" b="0" i="0" u="none" strike="noStrike" cap="none">
                <a:latin typeface="Arial"/>
                <a:ea typeface="Arial"/>
                <a:cs typeface="Arial"/>
                <a:sym typeface="Arial"/>
              </a:rPr>
              <a:t>Variáveis declaradas fora de bloco { }.</a:t>
            </a:r>
            <a:endParaRPr sz="2800" b="0" i="0" u="none" strike="noStrike" cap="none">
              <a:latin typeface="Arial"/>
              <a:ea typeface="Arial"/>
              <a:cs typeface="Arial"/>
              <a:sym typeface="Arial"/>
            </a:endParaRPr>
          </a:p>
          <a:p>
            <a:pPr marL="864000" marR="0" lvl="1" indent="-324000" algn="l" rtl="0">
              <a:spcBef>
                <a:spcPts val="1134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Noto Sans Symbols"/>
              <a:buChar char="−"/>
            </a:pPr>
            <a:r>
              <a:rPr lang="pt-BR" sz="2800" b="0" i="0" u="none" strike="noStrike" cap="none">
                <a:latin typeface="Arial"/>
                <a:ea typeface="Arial"/>
                <a:cs typeface="Arial"/>
                <a:sym typeface="Arial"/>
              </a:rPr>
              <a:t>São reconhecidas pelo programa inteiro.</a:t>
            </a:r>
            <a:endParaRPr sz="2800" b="0" i="0" u="none" strike="noStrike" cap="none">
              <a:latin typeface="Arial"/>
              <a:ea typeface="Arial"/>
              <a:cs typeface="Arial"/>
              <a:sym typeface="Arial"/>
            </a:endParaRPr>
          </a:p>
          <a:p>
            <a:pPr marL="864000" marR="0" lvl="1" indent="-324000" algn="l" rtl="0">
              <a:spcBef>
                <a:spcPts val="1134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Noto Sans Symbols"/>
              <a:buChar char="−"/>
            </a:pPr>
            <a:r>
              <a:rPr lang="pt-BR" sz="2800" b="0" i="0" u="none" strike="noStrike" cap="none">
                <a:latin typeface="Arial"/>
                <a:ea typeface="Arial"/>
                <a:cs typeface="Arial"/>
                <a:sym typeface="Arial"/>
              </a:rPr>
              <a:t>São acessíveis em qualquer parte do código.</a:t>
            </a:r>
            <a:endParaRPr sz="2800" b="0" i="0" u="none" strike="noStrike" cap="none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8" name="Google Shape;228;p34"/>
          <p:cNvSpPr txBox="1"/>
          <p:nvPr/>
        </p:nvSpPr>
        <p:spPr>
          <a:xfrm>
            <a:off x="2713375" y="6877725"/>
            <a:ext cx="6065100" cy="465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/>
              <a:t>Algoritmos e Programação de Computadores I</a:t>
            </a:r>
            <a:endParaRPr/>
          </a:p>
        </p:txBody>
      </p:sp>
      <p:sp>
        <p:nvSpPr>
          <p:cNvPr id="229" name="Google Shape;229;p34"/>
          <p:cNvSpPr txBox="1">
            <a:spLocks noGrp="1"/>
          </p:cNvSpPr>
          <p:nvPr>
            <p:ph type="sldNum" idx="12"/>
          </p:nvPr>
        </p:nvSpPr>
        <p:spPr>
          <a:xfrm>
            <a:off x="9433260" y="6981108"/>
            <a:ext cx="604800" cy="5787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21</a:t>
            </a:fld>
            <a:r>
              <a:rPr sz="1200"/>
              <a:t>21</a:t>
            </a:r>
            <a:endParaRPr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4" name="Google Shape;234;p35"/>
          <p:cNvSpPr txBox="1"/>
          <p:nvPr/>
        </p:nvSpPr>
        <p:spPr>
          <a:xfrm>
            <a:off x="144000" y="157320"/>
            <a:ext cx="9792000" cy="1262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4400"/>
              <a:t> Mapa Conceitual da Memória</a:t>
            </a:r>
            <a:endParaRPr sz="4400" b="0" strike="noStrike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5" name="Google Shape;235;p35"/>
          <p:cNvSpPr txBox="1"/>
          <p:nvPr/>
        </p:nvSpPr>
        <p:spPr>
          <a:xfrm>
            <a:off x="2713375" y="6877725"/>
            <a:ext cx="6065100" cy="465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/>
              <a:t>Algoritmos e Programação de Computadores I</a:t>
            </a:r>
            <a:endParaRPr/>
          </a:p>
        </p:txBody>
      </p:sp>
      <p:sp>
        <p:nvSpPr>
          <p:cNvPr id="236" name="Google Shape;236;p35"/>
          <p:cNvSpPr txBox="1">
            <a:spLocks noGrp="1"/>
          </p:cNvSpPr>
          <p:nvPr>
            <p:ph type="sldNum" idx="12"/>
          </p:nvPr>
        </p:nvSpPr>
        <p:spPr>
          <a:xfrm>
            <a:off x="9433260" y="6981108"/>
            <a:ext cx="604800" cy="5787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22</a:t>
            </a:fld>
            <a:r>
              <a:rPr sz="1200"/>
              <a:t>22</a:t>
            </a:r>
            <a:endParaRPr/>
          </a:p>
        </p:txBody>
      </p:sp>
      <p:pic>
        <p:nvPicPr>
          <p:cNvPr id="237" name="Google Shape;237;p3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813550" y="1419427"/>
            <a:ext cx="7964934" cy="513043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2" name="Google Shape;242;p36"/>
          <p:cNvSpPr txBox="1"/>
          <p:nvPr/>
        </p:nvSpPr>
        <p:spPr>
          <a:xfrm>
            <a:off x="144000" y="157320"/>
            <a:ext cx="9792000" cy="1262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4400" b="0" strike="noStrike">
                <a:latin typeface="Arial"/>
                <a:ea typeface="Arial"/>
                <a:cs typeface="Arial"/>
                <a:sym typeface="Arial"/>
              </a:rPr>
              <a:t> Exemplo de Escopo de Variáveis</a:t>
            </a:r>
            <a:endParaRPr sz="4400" b="0" strike="noStrike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43" name="Google Shape;243;p36"/>
          <p:cNvSpPr txBox="1"/>
          <p:nvPr/>
        </p:nvSpPr>
        <p:spPr>
          <a:xfrm>
            <a:off x="144000" y="1584000"/>
            <a:ext cx="9792000" cy="504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18000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2600" b="0" strike="noStrike">
                <a:latin typeface="Arial"/>
                <a:ea typeface="Arial"/>
                <a:cs typeface="Arial"/>
                <a:sym typeface="Arial"/>
              </a:rPr>
              <a:t>int count;</a:t>
            </a:r>
            <a:r>
              <a:rPr lang="pt-BR" sz="2600" b="0" strike="noStrike">
                <a:solidFill>
                  <a:srgbClr val="6FA8DC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pt-BR" sz="2600" b="0" strike="noStrike">
                <a:solidFill>
                  <a:srgbClr val="3D85C6"/>
                </a:solidFill>
                <a:latin typeface="Arial"/>
                <a:ea typeface="Arial"/>
                <a:cs typeface="Arial"/>
                <a:sym typeface="Arial"/>
              </a:rPr>
              <a:t>// global</a:t>
            </a:r>
            <a:endParaRPr sz="2600" b="0" strike="noStrike">
              <a:solidFill>
                <a:srgbClr val="3D85C6"/>
              </a:solidFill>
              <a:latin typeface="Arial"/>
              <a:ea typeface="Arial"/>
              <a:cs typeface="Arial"/>
              <a:sym typeface="Arial"/>
            </a:endParaRPr>
          </a:p>
          <a:p>
            <a:pPr marL="18000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600"/>
          </a:p>
          <a:p>
            <a:pPr marL="18000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2600"/>
              <a:t>int main()</a:t>
            </a:r>
            <a:endParaRPr sz="2600" b="0" strike="noStrike">
              <a:latin typeface="Arial"/>
              <a:ea typeface="Arial"/>
              <a:cs typeface="Arial"/>
              <a:sym typeface="Arial"/>
            </a:endParaRPr>
          </a:p>
          <a:p>
            <a:pPr marL="18000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2600" b="0" strike="noStrike">
                <a:latin typeface="Arial"/>
                <a:ea typeface="Arial"/>
                <a:cs typeface="Arial"/>
                <a:sym typeface="Arial"/>
              </a:rPr>
              <a:t>{</a:t>
            </a:r>
            <a:endParaRPr sz="2600" b="0" strike="noStrike">
              <a:latin typeface="Arial"/>
              <a:ea typeface="Arial"/>
              <a:cs typeface="Arial"/>
              <a:sym typeface="Arial"/>
            </a:endParaRPr>
          </a:p>
          <a:p>
            <a:pPr marL="18000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2600" b="0" strike="noStrike">
                <a:latin typeface="Arial"/>
                <a:ea typeface="Arial"/>
                <a:cs typeface="Arial"/>
                <a:sym typeface="Arial"/>
              </a:rPr>
              <a:t>    count = 10;</a:t>
            </a:r>
            <a:endParaRPr sz="2600" b="0" strike="noStrike">
              <a:latin typeface="Arial"/>
              <a:ea typeface="Arial"/>
              <a:cs typeface="Arial"/>
              <a:sym typeface="Arial"/>
            </a:endParaRPr>
          </a:p>
          <a:p>
            <a:pPr marL="18000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2600" b="0" strike="noStrike">
                <a:latin typeface="Arial"/>
                <a:ea typeface="Arial"/>
                <a:cs typeface="Arial"/>
                <a:sym typeface="Arial"/>
              </a:rPr>
              <a:t>    int temp = count; </a:t>
            </a:r>
            <a:r>
              <a:rPr lang="pt-BR" sz="2600" b="0" strike="noStrike">
                <a:solidFill>
                  <a:srgbClr val="E69138"/>
                </a:solidFill>
                <a:latin typeface="Arial"/>
                <a:ea typeface="Arial"/>
                <a:cs typeface="Arial"/>
                <a:sym typeface="Arial"/>
              </a:rPr>
              <a:t>// local</a:t>
            </a:r>
            <a:endParaRPr sz="2600" b="0" strike="noStrike">
              <a:solidFill>
                <a:srgbClr val="E69138"/>
              </a:solidFill>
              <a:latin typeface="Arial"/>
              <a:ea typeface="Arial"/>
              <a:cs typeface="Arial"/>
              <a:sym typeface="Arial"/>
            </a:endParaRPr>
          </a:p>
          <a:p>
            <a:pPr marL="18000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600"/>
          </a:p>
          <a:p>
            <a:pPr marL="18000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2600"/>
              <a:t>    return 0;</a:t>
            </a:r>
            <a:endParaRPr sz="2600"/>
          </a:p>
          <a:p>
            <a:pPr marL="18000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2600" b="0" strike="noStrike">
                <a:latin typeface="Arial"/>
                <a:ea typeface="Arial"/>
                <a:cs typeface="Arial"/>
                <a:sym typeface="Arial"/>
              </a:rPr>
              <a:t>}</a:t>
            </a:r>
            <a:endParaRPr sz="2600" b="0" strike="noStrike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44" name="Google Shape;244;p36"/>
          <p:cNvSpPr txBox="1"/>
          <p:nvPr/>
        </p:nvSpPr>
        <p:spPr>
          <a:xfrm>
            <a:off x="2713375" y="6877725"/>
            <a:ext cx="6065100" cy="465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/>
              <a:t>Algoritmos e Programação de Computadores I</a:t>
            </a:r>
            <a:endParaRPr/>
          </a:p>
        </p:txBody>
      </p:sp>
      <p:sp>
        <p:nvSpPr>
          <p:cNvPr id="245" name="Google Shape;245;p36"/>
          <p:cNvSpPr txBox="1">
            <a:spLocks noGrp="1"/>
          </p:cNvSpPr>
          <p:nvPr>
            <p:ph type="sldNum" idx="12"/>
          </p:nvPr>
        </p:nvSpPr>
        <p:spPr>
          <a:xfrm>
            <a:off x="9433260" y="6981108"/>
            <a:ext cx="604800" cy="5787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23</a:t>
            </a:fld>
            <a:r>
              <a:rPr sz="1200"/>
              <a:t>23</a:t>
            </a:r>
            <a:endParaRPr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0" name="Google Shape;250;p37"/>
          <p:cNvSpPr txBox="1"/>
          <p:nvPr/>
        </p:nvSpPr>
        <p:spPr>
          <a:xfrm>
            <a:off x="144000" y="157320"/>
            <a:ext cx="9792000" cy="1262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4400" b="0" strike="noStrike">
                <a:latin typeface="Arial"/>
                <a:ea typeface="Arial"/>
                <a:cs typeface="Arial"/>
                <a:sym typeface="Arial"/>
              </a:rPr>
              <a:t> Constantes</a:t>
            </a:r>
            <a:endParaRPr sz="4400" b="0" strike="noStrike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51" name="Google Shape;251;p37"/>
          <p:cNvSpPr txBox="1"/>
          <p:nvPr/>
        </p:nvSpPr>
        <p:spPr>
          <a:xfrm>
            <a:off x="144000" y="1584000"/>
            <a:ext cx="9792000" cy="504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431999" marR="0" lvl="0" indent="-32400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40"/>
              <a:buFont typeface="Noto Sans Symbols"/>
              <a:buChar char="●"/>
            </a:pPr>
            <a:r>
              <a:rPr lang="pt-BR" sz="3200" b="0" strike="noStrike">
                <a:latin typeface="Arial"/>
                <a:ea typeface="Arial"/>
                <a:cs typeface="Arial"/>
                <a:sym typeface="Arial"/>
              </a:rPr>
              <a:t>Variáveis com valor</a:t>
            </a:r>
            <a:r>
              <a:rPr lang="pt-BR" sz="3200"/>
              <a:t>es</a:t>
            </a:r>
            <a:r>
              <a:rPr lang="pt-BR" sz="3200" b="0" strike="noStrike">
                <a:latin typeface="Arial"/>
                <a:ea typeface="Arial"/>
                <a:cs typeface="Arial"/>
                <a:sym typeface="Arial"/>
              </a:rPr>
              <a:t> fixos.</a:t>
            </a:r>
            <a:endParaRPr sz="3200" b="0" strike="noStrike">
              <a:latin typeface="Arial"/>
              <a:ea typeface="Arial"/>
              <a:cs typeface="Arial"/>
              <a:sym typeface="Arial"/>
            </a:endParaRPr>
          </a:p>
          <a:p>
            <a:pPr marL="431999" marR="0" lvl="0" indent="-324000" algn="l" rtl="0">
              <a:spcBef>
                <a:spcPts val="1417"/>
              </a:spcBef>
              <a:spcAft>
                <a:spcPts val="0"/>
              </a:spcAft>
              <a:buClr>
                <a:srgbClr val="000000"/>
              </a:buClr>
              <a:buSzPts val="1440"/>
              <a:buFont typeface="Noto Sans Symbols"/>
              <a:buChar char="●"/>
            </a:pPr>
            <a:r>
              <a:rPr lang="pt-BR" sz="3200" b="0" strike="noStrike">
                <a:latin typeface="Arial"/>
                <a:ea typeface="Arial"/>
                <a:cs typeface="Arial"/>
                <a:sym typeface="Arial"/>
              </a:rPr>
              <a:t>Formas de declarar: </a:t>
            </a:r>
            <a:endParaRPr sz="3200"/>
          </a:p>
          <a:p>
            <a:pPr marL="457200" marR="0" lvl="0" indent="0" algn="l" rtl="0">
              <a:spcBef>
                <a:spcPts val="1417"/>
              </a:spcBef>
              <a:spcAft>
                <a:spcPts val="0"/>
              </a:spcAft>
              <a:buNone/>
            </a:pPr>
            <a:r>
              <a:rPr lang="pt-BR" sz="3200" i="1"/>
              <a:t>#define &lt;nome_da_constante&gt; &lt;valor&gt;</a:t>
            </a:r>
            <a:endParaRPr sz="3200"/>
          </a:p>
          <a:p>
            <a:pPr marL="457200" marR="0" lvl="0" indent="0" algn="l" rtl="0">
              <a:spcBef>
                <a:spcPts val="1417"/>
              </a:spcBef>
              <a:spcAft>
                <a:spcPts val="0"/>
              </a:spcAft>
              <a:buNone/>
            </a:pPr>
            <a:r>
              <a:rPr lang="pt-BR" sz="3200" b="0" i="1" strike="noStrike">
                <a:latin typeface="Arial"/>
                <a:ea typeface="Arial"/>
                <a:cs typeface="Arial"/>
                <a:sym typeface="Arial"/>
              </a:rPr>
              <a:t>const &lt;tipo&gt; </a:t>
            </a:r>
            <a:r>
              <a:rPr lang="pt-BR" sz="3200" i="1"/>
              <a:t>&lt;</a:t>
            </a:r>
            <a:r>
              <a:rPr lang="pt-BR" sz="3200" b="0" i="1" strike="noStrike">
                <a:latin typeface="Arial"/>
                <a:ea typeface="Arial"/>
                <a:cs typeface="Arial"/>
                <a:sym typeface="Arial"/>
              </a:rPr>
              <a:t>nome_da_constante&gt; = </a:t>
            </a:r>
            <a:r>
              <a:rPr lang="pt-BR" sz="3200" i="1"/>
              <a:t>&lt;</a:t>
            </a:r>
            <a:r>
              <a:rPr lang="pt-BR" sz="3200" b="0" i="1" strike="noStrike">
                <a:latin typeface="Arial"/>
                <a:ea typeface="Arial"/>
                <a:cs typeface="Arial"/>
                <a:sym typeface="Arial"/>
              </a:rPr>
              <a:t>valor&gt;;</a:t>
            </a:r>
            <a:endParaRPr sz="3200" b="0" strike="noStrike">
              <a:latin typeface="Arial"/>
              <a:ea typeface="Arial"/>
              <a:cs typeface="Arial"/>
              <a:sym typeface="Arial"/>
            </a:endParaRPr>
          </a:p>
          <a:p>
            <a:pPr marL="864000" marR="0" lvl="1" indent="-324000" algn="l" rtl="0">
              <a:spcBef>
                <a:spcPts val="1134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Noto Sans Symbols"/>
              <a:buChar char="−"/>
            </a:pPr>
            <a:r>
              <a:rPr lang="pt-BR" sz="2800"/>
              <a:t>Deve-se iniciar com letra ou _, depois letras e dígitos.</a:t>
            </a:r>
            <a:endParaRPr sz="2800" b="0" i="0" u="none" strike="noStrike" cap="none">
              <a:latin typeface="Arial"/>
              <a:ea typeface="Arial"/>
              <a:cs typeface="Arial"/>
              <a:sym typeface="Arial"/>
            </a:endParaRPr>
          </a:p>
          <a:p>
            <a:pPr marL="864000" marR="0" lvl="1" indent="-324000" algn="l" rtl="0">
              <a:spcBef>
                <a:spcPts val="1134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Noto Sans Symbols"/>
              <a:buChar char="−"/>
            </a:pPr>
            <a:r>
              <a:rPr lang="pt-BR" sz="2800" b="0" i="0" u="none" strike="noStrike" cap="none">
                <a:latin typeface="Arial"/>
                <a:ea typeface="Arial"/>
                <a:cs typeface="Arial"/>
                <a:sym typeface="Arial"/>
              </a:rPr>
              <a:t>Nome preferencialmente em maiúsculo.</a:t>
            </a:r>
            <a:endParaRPr sz="2800" b="0" i="0" u="none" strike="noStrike" cap="none">
              <a:latin typeface="Arial"/>
              <a:ea typeface="Arial"/>
              <a:cs typeface="Arial"/>
              <a:sym typeface="Arial"/>
            </a:endParaRPr>
          </a:p>
          <a:p>
            <a:pPr marL="864000" marR="0" lvl="1" indent="-324000" algn="l" rtl="0">
              <a:spcBef>
                <a:spcPts val="1134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Noto Sans Symbols"/>
              <a:buChar char="−"/>
            </a:pPr>
            <a:r>
              <a:rPr lang="pt-BR" sz="2800" b="0" i="0" u="none" strike="noStrike" cap="none">
                <a:latin typeface="Arial"/>
                <a:ea typeface="Arial"/>
                <a:cs typeface="Arial"/>
                <a:sym typeface="Arial"/>
              </a:rPr>
              <a:t>Utiliza-se sublinhado _ como separador.</a:t>
            </a:r>
            <a:endParaRPr sz="2800" b="0" i="0" u="none" strike="noStrike" cap="none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52" name="Google Shape;252;p37"/>
          <p:cNvSpPr txBox="1"/>
          <p:nvPr/>
        </p:nvSpPr>
        <p:spPr>
          <a:xfrm>
            <a:off x="2713375" y="6877725"/>
            <a:ext cx="6065100" cy="465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/>
              <a:t>Algoritmos e Programação de Computadores I</a:t>
            </a:r>
            <a:endParaRPr/>
          </a:p>
        </p:txBody>
      </p:sp>
      <p:sp>
        <p:nvSpPr>
          <p:cNvPr id="253" name="Google Shape;253;p37"/>
          <p:cNvSpPr txBox="1">
            <a:spLocks noGrp="1"/>
          </p:cNvSpPr>
          <p:nvPr>
            <p:ph type="sldNum" idx="12"/>
          </p:nvPr>
        </p:nvSpPr>
        <p:spPr>
          <a:xfrm>
            <a:off x="9433260" y="6981108"/>
            <a:ext cx="604800" cy="5787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24</a:t>
            </a:fld>
            <a:r>
              <a:rPr sz="1200"/>
              <a:t>24</a:t>
            </a:r>
            <a:endParaRPr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8" name="Google Shape;258;p38"/>
          <p:cNvSpPr txBox="1"/>
          <p:nvPr/>
        </p:nvSpPr>
        <p:spPr>
          <a:xfrm>
            <a:off x="144000" y="157320"/>
            <a:ext cx="9792000" cy="1262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4400" b="0" strike="noStrike">
                <a:latin typeface="Arial"/>
                <a:ea typeface="Arial"/>
                <a:cs typeface="Arial"/>
                <a:sym typeface="Arial"/>
              </a:rPr>
              <a:t> Exemplo de Constantes</a:t>
            </a:r>
            <a:endParaRPr sz="4400" b="0" strike="noStrike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59" name="Google Shape;259;p38"/>
          <p:cNvSpPr txBox="1"/>
          <p:nvPr/>
        </p:nvSpPr>
        <p:spPr>
          <a:xfrm>
            <a:off x="144000" y="1584000"/>
            <a:ext cx="9792000" cy="504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18000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2600">
                <a:solidFill>
                  <a:srgbClr val="0000FF"/>
                </a:solidFill>
              </a:rPr>
              <a:t>// Pré-compilador C troca no código o nome pelo valor</a:t>
            </a:r>
            <a:endParaRPr sz="2600">
              <a:solidFill>
                <a:srgbClr val="0000FF"/>
              </a:solidFill>
            </a:endParaRPr>
          </a:p>
          <a:p>
            <a:pPr marL="0" marR="0" lvl="0" indent="18000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2600"/>
              <a:t>#define SEXO_MASCULINO 1</a:t>
            </a:r>
            <a:endParaRPr sz="2600"/>
          </a:p>
          <a:p>
            <a:pPr marL="0" marR="0" lvl="0" indent="18000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2600"/>
              <a:t>#define MENSAGEM </a:t>
            </a:r>
            <a:r>
              <a:rPr lang="pt-BR" sz="2600">
                <a:solidFill>
                  <a:schemeClr val="dk1"/>
                </a:solidFill>
              </a:rPr>
              <a:t>"isso é uma string"</a:t>
            </a:r>
            <a:endParaRPr sz="2600"/>
          </a:p>
          <a:p>
            <a:pPr marL="0" marR="0" lvl="0" indent="18000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2600"/>
              <a:t>#define PI 3.14</a:t>
            </a:r>
            <a:endParaRPr sz="2600"/>
          </a:p>
          <a:p>
            <a:pPr marL="0" marR="0" lvl="0" indent="180000" algn="l" rtl="0">
              <a:spcBef>
                <a:spcPts val="0"/>
              </a:spcBef>
              <a:spcAft>
                <a:spcPts val="0"/>
              </a:spcAft>
              <a:buNone/>
            </a:pPr>
            <a:endParaRPr sz="2600"/>
          </a:p>
          <a:p>
            <a:pPr marL="0" marR="0" lvl="0" indent="18000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2600">
                <a:solidFill>
                  <a:srgbClr val="0000FF"/>
                </a:solidFill>
              </a:rPr>
              <a:t>// Uma variável é alocada na memória com o valor fixo</a:t>
            </a:r>
            <a:endParaRPr sz="2600">
              <a:solidFill>
                <a:srgbClr val="0000FF"/>
              </a:solidFill>
            </a:endParaRPr>
          </a:p>
          <a:p>
            <a:pPr marL="0" marR="0" lvl="0" indent="18000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2600" b="0" strike="noStrike">
                <a:latin typeface="Arial"/>
                <a:ea typeface="Arial"/>
                <a:cs typeface="Arial"/>
                <a:sym typeface="Arial"/>
              </a:rPr>
              <a:t>const int SEXO_MASCULINO = 1;</a:t>
            </a:r>
            <a:endParaRPr sz="2600" b="0" strike="noStrike">
              <a:latin typeface="Arial"/>
              <a:ea typeface="Arial"/>
              <a:cs typeface="Arial"/>
              <a:sym typeface="Arial"/>
            </a:endParaRPr>
          </a:p>
          <a:p>
            <a:pPr marL="0" marR="0" lvl="0" indent="18000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2600" b="0" strike="noStrike">
                <a:latin typeface="Arial"/>
                <a:ea typeface="Arial"/>
                <a:cs typeface="Arial"/>
                <a:sym typeface="Arial"/>
              </a:rPr>
              <a:t>const char *MENSAGEM = "isso é uma string";</a:t>
            </a:r>
            <a:endParaRPr sz="2600" b="0" strike="noStrike">
              <a:latin typeface="Arial"/>
              <a:ea typeface="Arial"/>
              <a:cs typeface="Arial"/>
              <a:sym typeface="Arial"/>
            </a:endParaRPr>
          </a:p>
          <a:p>
            <a:pPr marL="0" marR="0" lvl="0" indent="18000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2600" b="0" strike="noStrike">
                <a:latin typeface="Arial"/>
                <a:ea typeface="Arial"/>
                <a:cs typeface="Arial"/>
                <a:sym typeface="Arial"/>
              </a:rPr>
              <a:t>const double PI = 3.14;</a:t>
            </a:r>
            <a:endParaRPr sz="2600" b="0" strike="noStrike">
              <a:latin typeface="Arial"/>
              <a:ea typeface="Arial"/>
              <a:cs typeface="Arial"/>
              <a:sym typeface="Arial"/>
            </a:endParaRPr>
          </a:p>
          <a:p>
            <a:pPr marL="0" marR="0" lvl="0" indent="180000" algn="l" rtl="0">
              <a:spcBef>
                <a:spcPts val="0"/>
              </a:spcBef>
              <a:spcAft>
                <a:spcPts val="0"/>
              </a:spcAft>
              <a:buNone/>
            </a:pPr>
            <a:endParaRPr sz="2600"/>
          </a:p>
          <a:p>
            <a:pPr marL="0" marR="0" lvl="0" indent="18000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2600" b="0" strike="noStrike">
                <a:latin typeface="Arial"/>
                <a:ea typeface="Arial"/>
                <a:cs typeface="Arial"/>
                <a:sym typeface="Arial"/>
              </a:rPr>
              <a:t>PI = 3.1416; </a:t>
            </a:r>
            <a:r>
              <a:rPr lang="pt-BR" sz="2600" b="0" strike="noStrike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// Não se pode alterar</a:t>
            </a:r>
            <a:endParaRPr sz="2600" b="0" strike="noStrike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60" name="Google Shape;260;p38"/>
          <p:cNvSpPr txBox="1"/>
          <p:nvPr/>
        </p:nvSpPr>
        <p:spPr>
          <a:xfrm>
            <a:off x="2713375" y="6877725"/>
            <a:ext cx="6065100" cy="465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/>
              <a:t>Algoritmos e Programação de Computadores I</a:t>
            </a:r>
            <a:endParaRPr/>
          </a:p>
        </p:txBody>
      </p:sp>
      <p:sp>
        <p:nvSpPr>
          <p:cNvPr id="261" name="Google Shape;261;p38"/>
          <p:cNvSpPr txBox="1">
            <a:spLocks noGrp="1"/>
          </p:cNvSpPr>
          <p:nvPr>
            <p:ph type="sldNum" idx="12"/>
          </p:nvPr>
        </p:nvSpPr>
        <p:spPr>
          <a:xfrm>
            <a:off x="9433260" y="6981108"/>
            <a:ext cx="604800" cy="5787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25</a:t>
            </a:fld>
            <a:r>
              <a:rPr sz="1200"/>
              <a:t>25</a:t>
            </a:r>
            <a:endParaRPr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2800" b="1">
                <a:solidFill>
                  <a:srgbClr val="1F4E79"/>
                </a:solidFill>
                <a:latin typeface="Arial"/>
              </a:rPr>
              <a:t>Mapa da aula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 wrap="square"/>
          <a:lstStyle/>
          <a:p>
            <a:pPr>
              <a:spcAft>
                <a:spcPts val="600"/>
              </a:spcAft>
              <a:defRPr sz="1800">
                <a:latin typeface="Arial"/>
              </a:defRPr>
            </a:pPr>
            <a:r>
              <a:t>Aula (teoria): Aula03–04 — Tipos e variáveis</a:t>
            </a:r>
          </a:p>
          <a:p>
            <a:pPr>
              <a:spcAft>
                <a:spcPts val="600"/>
              </a:spcAft>
              <a:defRPr sz="1800">
                <a:latin typeface="Arial"/>
              </a:defRPr>
            </a:pPr>
            <a:r>
              <a:t>Laboratório guiado: Pratica03</a:t>
            </a:r>
          </a:p>
          <a:p>
            <a:pPr>
              <a:spcAft>
                <a:spcPts val="600"/>
              </a:spcAft>
              <a:defRPr sz="1800">
                <a:latin typeface="Arial"/>
              </a:defRPr>
            </a:pPr>
            <a:r>
              <a:t>Atividade avaliativa: Atividade01</a:t>
            </a:r>
          </a:p>
          <a:p>
            <a:pPr>
              <a:spcAft>
                <a:spcPts val="600"/>
              </a:spcAft>
              <a:defRPr sz="1800">
                <a:latin typeface="Arial"/>
              </a:defRPr>
            </a:pPr>
          </a:p>
          <a:p>
            <a:pPr>
              <a:spcAft>
                <a:spcPts val="600"/>
              </a:spcAft>
              <a:defRPr sz="1800">
                <a:latin typeface="Arial"/>
              </a:defRPr>
            </a:pPr>
            <a:r>
              <a:t>Sugestão de ritmo:</a:t>
            </a:r>
          </a:p>
          <a:p>
            <a:pPr>
              <a:spcAft>
                <a:spcPts val="600"/>
              </a:spcAft>
              <a:defRPr sz="1800">
                <a:latin typeface="Arial"/>
              </a:defRPr>
            </a:pPr>
            <a:r>
              <a:t>1) Conceitos nos slides   2) Prática no lab   3) Atividade sem 'receita'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309360"/>
            <a:ext cx="7315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666666"/>
                </a:solidFill>
                <a:latin typeface="Arial"/>
              </a:defRPr>
            </a:pPr>
            <a:r>
              <a:t>Algoritmos e Programação de Computadores I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2800" b="1">
                <a:solidFill>
                  <a:srgbClr val="1F4E79"/>
                </a:solidFill>
                <a:latin typeface="Arial"/>
              </a:rPr>
              <a:t>Para estudar no livro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 wrap="square"/>
          <a:lstStyle/>
          <a:p>
            <a:pPr>
              <a:spcAft>
                <a:spcPts val="600"/>
              </a:spcAft>
              <a:defRPr sz="1800">
                <a:latin typeface="Arial"/>
              </a:defRPr>
            </a:pPr>
            <a:r>
              <a:t>Livro-base: ANTONELLO, Ricardo. Linguagem C. 1. ed.</a:t>
            </a:r>
          </a:p>
          <a:p>
            <a:pPr>
              <a:spcAft>
                <a:spcPts val="600"/>
              </a:spcAft>
              <a:defRPr sz="1800">
                <a:latin typeface="Arial"/>
              </a:defRPr>
            </a:pPr>
          </a:p>
          <a:p>
            <a:pPr>
              <a:spcAft>
                <a:spcPts val="600"/>
              </a:spcAft>
              <a:defRPr sz="1800">
                <a:latin typeface="Arial"/>
              </a:defRPr>
            </a:pPr>
            <a:r>
              <a:t>Leitura indicada: Cap. 4.1–4.6 e 4.11–4.12 (p. 28–32 e 40–41)</a:t>
            </a:r>
          </a:p>
          <a:p>
            <a:pPr>
              <a:spcAft>
                <a:spcPts val="600"/>
              </a:spcAft>
              <a:defRPr sz="1800">
                <a:latin typeface="Arial"/>
              </a:defRPr>
            </a:pPr>
          </a:p>
          <a:p>
            <a:pPr>
              <a:spcAft>
                <a:spcPts val="600"/>
              </a:spcAft>
              <a:defRPr sz="1800">
                <a:latin typeface="Arial"/>
              </a:defRPr>
            </a:pPr>
            <a:r>
              <a:t>Exercícios do livro: Exercícios 4.13 (tipos)</a:t>
            </a:r>
          </a:p>
          <a:p>
            <a:pPr>
              <a:spcAft>
                <a:spcPts val="600"/>
              </a:spcAft>
              <a:defRPr sz="1800">
                <a:latin typeface="Arial"/>
              </a:defRPr>
            </a:pPr>
          </a:p>
          <a:p>
            <a:pPr>
              <a:spcAft>
                <a:spcPts val="600"/>
              </a:spcAft>
              <a:defRPr sz="1800">
                <a:latin typeface="Arial"/>
              </a:defRPr>
            </a:pPr>
            <a:r>
              <a:t>Revise o capítulo após a aula e antes da prática.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309360"/>
            <a:ext cx="7315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666666"/>
                </a:solidFill>
                <a:latin typeface="Arial"/>
              </a:defRPr>
            </a:pPr>
            <a:r>
              <a:t>Algoritmos e Programação de Computadores I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2800" b="1">
                <a:solidFill>
                  <a:srgbClr val="1F4E79"/>
                </a:solidFill>
                <a:latin typeface="Arial"/>
              </a:rPr>
              <a:t>Desafio (8 min)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 wrap="square"/>
          <a:lstStyle/>
          <a:p>
            <a:pPr>
              <a:spcAft>
                <a:spcPts val="600"/>
              </a:spcAft>
              <a:defRPr sz="1800">
                <a:latin typeface="Arial"/>
              </a:defRPr>
            </a:pPr>
            <a:r>
              <a:t>Declare variáveis para idade, altura, inicial do nome e aprovado (0/1). Imprima com printf.</a:t>
            </a:r>
          </a:p>
          <a:p>
            <a:pPr>
              <a:spcAft>
                <a:spcPts val="600"/>
              </a:spcAft>
              <a:defRPr sz="1800">
                <a:latin typeface="Arial"/>
              </a:defRPr>
            </a:pPr>
          </a:p>
          <a:p>
            <a:pPr>
              <a:spcAft>
                <a:spcPts val="600"/>
              </a:spcAft>
              <a:defRPr sz="1800">
                <a:latin typeface="Arial"/>
              </a:defRPr>
            </a:pPr>
            <a:r>
              <a:t>Trabalhe em dupla (instrução por pares).</a:t>
            </a:r>
          </a:p>
          <a:p>
            <a:pPr>
              <a:spcAft>
                <a:spcPts val="600"/>
              </a:spcAft>
              <a:defRPr sz="1800">
                <a:latin typeface="Arial"/>
              </a:defRPr>
            </a:pPr>
            <a:r>
              <a:t>Ao final, uma dupla compartilha a solução com a turma.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309360"/>
            <a:ext cx="7315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666666"/>
                </a:solidFill>
                <a:latin typeface="Arial"/>
              </a:defRPr>
            </a:pPr>
            <a:r>
              <a:t>Algoritmos e Programação de Computadores I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2800" b="1">
                <a:solidFill>
                  <a:srgbClr val="1F4E79"/>
                </a:solidFill>
                <a:latin typeface="Arial"/>
              </a:rPr>
              <a:t>Quiz rápido (3 perguntas)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 wrap="square"/>
          <a:lstStyle/>
          <a:p>
            <a:pPr>
              <a:spcAft>
                <a:spcPts val="600"/>
              </a:spcAft>
              <a:defRPr sz="1800">
                <a:latin typeface="Arial"/>
              </a:defRPr>
            </a:pPr>
            <a:r>
              <a:t>1) Qual a diferença entre 'a' e "a"?</a:t>
            </a:r>
          </a:p>
          <a:p>
            <a:pPr>
              <a:spcAft>
                <a:spcPts val="600"/>
              </a:spcAft>
              <a:defRPr sz="1800">
                <a:latin typeface="Arial"/>
              </a:defRPr>
            </a:pPr>
          </a:p>
          <a:p>
            <a:pPr>
              <a:spcAft>
                <a:spcPts val="600"/>
              </a:spcAft>
              <a:defRPr sz="1800">
                <a:latin typeface="Arial"/>
              </a:defRPr>
            </a:pPr>
            <a:r>
              <a:t>2) Para que servem const e #define?</a:t>
            </a:r>
          </a:p>
          <a:p>
            <a:pPr>
              <a:spcAft>
                <a:spcPts val="600"/>
              </a:spcAft>
              <a:defRPr sz="1800">
                <a:latin typeface="Arial"/>
              </a:defRPr>
            </a:pPr>
          </a:p>
          <a:p>
            <a:pPr>
              <a:spcAft>
                <a:spcPts val="600"/>
              </a:spcAft>
              <a:defRPr sz="1800">
                <a:latin typeface="Arial"/>
              </a:defRPr>
            </a:pPr>
            <a:r>
              <a:t>3) O que é cast?</a:t>
            </a:r>
          </a:p>
          <a:p>
            <a:pPr>
              <a:spcAft>
                <a:spcPts val="600"/>
              </a:spcAft>
              <a:defRPr sz="1800">
                <a:latin typeface="Arial"/>
              </a:defRPr>
            </a:pPr>
          </a:p>
          <a:p>
            <a:pPr>
              <a:spcAft>
                <a:spcPts val="600"/>
              </a:spcAft>
              <a:defRPr sz="1800">
                <a:latin typeface="Arial"/>
              </a:defRPr>
            </a:pPr>
            <a:r>
              <a:t>Respostas no quadro / Mentimeter / Kahoot.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309360"/>
            <a:ext cx="7315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666666"/>
                </a:solidFill>
                <a:latin typeface="Arial"/>
              </a:defRPr>
            </a:pPr>
            <a:r>
              <a:t>Algoritmos e Programação de Computadores I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2800" b="1">
                <a:solidFill>
                  <a:srgbClr val="1F4E79"/>
                </a:solidFill>
                <a:latin typeface="Arial"/>
              </a:rPr>
              <a:t>Referências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 wrap="square"/>
          <a:lstStyle/>
          <a:p>
            <a:pPr>
              <a:spcAft>
                <a:spcPts val="600"/>
              </a:spcAft>
              <a:defRPr sz="1800">
                <a:latin typeface="Arial"/>
              </a:defRPr>
            </a:pPr>
            <a:r>
              <a:t>SCHILDT, Herbert. C: Completo e Total. 3. ed. Pearson Makron Books, 1997.</a:t>
            </a:r>
          </a:p>
          <a:p>
            <a:pPr>
              <a:spcAft>
                <a:spcPts val="600"/>
              </a:spcAft>
              <a:defRPr sz="1800">
                <a:latin typeface="Arial"/>
              </a:defRPr>
            </a:pPr>
            <a:r>
              <a:t>ANTONELLO, Ricardo. Linguagem C. 1. ed. Livro Digital, 2020.</a:t>
            </a:r>
          </a:p>
          <a:p>
            <a:pPr>
              <a:spcAft>
                <a:spcPts val="600"/>
              </a:spcAft>
              <a:defRPr sz="1800">
                <a:latin typeface="Arial"/>
              </a:defRPr>
            </a:pPr>
            <a:r>
              <a:t>ASCENCIO, Ana Fernanda Gomes; CAMPOS, Edilene. Fundamentos da Programação de Computadores. 3. ed. Pearson, 2012.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309360"/>
            <a:ext cx="7315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666666"/>
                </a:solidFill>
                <a:latin typeface="Arial"/>
              </a:defRPr>
            </a:pPr>
            <a:r>
              <a:t>Algoritmos e Programação de Computadores I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425</TotalTime>
  <Words>2422</Words>
  <Application>Microsoft Office PowerPoint</Application>
  <PresentationFormat>Personalizar</PresentationFormat>
  <Paragraphs>482</Paragraphs>
  <Slides>46</Slides>
  <Notes>46</Notes>
  <HiddenSlides>0</HiddenSlides>
  <MMClips>0</MMClips>
  <ScaleCrop>false</ScaleCrop>
  <HeadingPairs>
    <vt:vector size="6" baseType="variant">
      <vt:variant>
        <vt:lpstr>Fontes usadas</vt:lpstr>
      </vt:variant>
      <vt:variant>
        <vt:i4>2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46</vt:i4>
      </vt:variant>
    </vt:vector>
  </HeadingPairs>
  <TitlesOfParts>
    <vt:vector size="49" baseType="lpstr">
      <vt:lpstr>Arial</vt:lpstr>
      <vt:lpstr>Noto Sans Symbols</vt:lpstr>
      <vt:lpstr>Office Theme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cp:lastModifiedBy>marcelo alves farias</cp:lastModifiedBy>
  <cp:revision>2</cp:revision>
  <dcterms:modified xsi:type="dcterms:W3CDTF">2026-07-20T18:26:15Z</dcterms:modified>
</cp:coreProperties>
</file>